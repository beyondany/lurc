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2" r:id="rId1"/>
    <p:sldMasterId id="2147483715" r:id="rId2"/>
  </p:sldMasterIdLst>
  <p:notesMasterIdLst>
    <p:notesMasterId r:id="rId8"/>
  </p:notesMasterIdLst>
  <p:sldIdLst>
    <p:sldId id="333" r:id="rId3"/>
    <p:sldId id="319" r:id="rId4"/>
    <p:sldId id="335" r:id="rId5"/>
    <p:sldId id="336" r:id="rId6"/>
    <p:sldId id="334" r:id="rId7"/>
  </p:sldIdLst>
  <p:sldSz cx="12192000" cy="6858000"/>
  <p:notesSz cx="6858000" cy="9144000"/>
  <p:defaultTextStyle>
    <a:defPPr>
      <a:defRPr lang="en-US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618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5" pos="3931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orient="horz" pos="210" userDrawn="1">
          <p15:clr>
            <a:srgbClr val="A4A3A4"/>
          </p15:clr>
        </p15:guide>
        <p15:guide id="8" orient="horz" pos="799" userDrawn="1">
          <p15:clr>
            <a:srgbClr val="A4A3A4"/>
          </p15:clr>
        </p15:guide>
        <p15:guide id="9" pos="37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F4"/>
    <a:srgbClr val="C3FAE2"/>
    <a:srgbClr val="CCECFF"/>
    <a:srgbClr val="87F4C4"/>
    <a:srgbClr val="FFC399"/>
    <a:srgbClr val="FF6900"/>
    <a:srgbClr val="FF6A00"/>
    <a:srgbClr val="FFB726"/>
    <a:srgbClr val="F6AD25"/>
    <a:srgbClr val="F6A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4"/>
    <p:restoredTop sz="95122"/>
  </p:normalViewPr>
  <p:slideViewPr>
    <p:cSldViewPr>
      <p:cViewPr varScale="1">
        <p:scale>
          <a:sx n="102" d="100"/>
          <a:sy n="102" d="100"/>
        </p:scale>
        <p:origin x="200" y="520"/>
      </p:cViewPr>
      <p:guideLst>
        <p:guide orient="horz" pos="618"/>
        <p:guide orient="horz" pos="4110"/>
        <p:guide pos="3931"/>
        <p:guide pos="7469"/>
        <p:guide orient="horz" pos="210"/>
        <p:guide orient="horz" pos="799"/>
        <p:guide pos="37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405BC-E9DD-2C4E-8702-937C22C2B03E}" type="datetimeFigureOut">
              <a:rPr kumimoji="1" lang="zh-CN" altLang="en-US" smtClean="0"/>
              <a:t>2023/10/20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6905E-C539-7049-8000-6E5041D9E3D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597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_White">
    <p:bg>
      <p:bgPr>
        <a:blipFill dpi="0" rotWithShape="1">
          <a:blip r:embed="rId2">
            <a:lum/>
          </a:blip>
          <a:srcRect/>
          <a:stretch>
            <a:fillRect l="-22000" r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000"/>
              </a:lnSpc>
              <a:spcBef>
                <a:spcPct val="0"/>
              </a:spcBef>
              <a:buNone/>
              <a:defRPr lang="en-US" sz="8000" b="1" i="0" kern="1200" cap="none" spc="-150" baseline="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Three Lines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i="0" kern="1200" cap="none" spc="0" baseline="0" dirty="0">
                <a:solidFill>
                  <a:schemeClr val="accent4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51" name="TextBox 1"/>
          <p:cNvSpPr txBox="1"/>
          <p:nvPr/>
        </p:nvSpPr>
        <p:spPr>
          <a:xfrm>
            <a:off x="548783" y="6542075"/>
            <a:ext cx="531820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" b="0" i="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20</a:t>
            </a:r>
            <a:r>
              <a:rPr lang="en-US" altLang="zh-CN" sz="1000" b="0" i="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23</a:t>
            </a:r>
            <a:r>
              <a:rPr lang="en-US" sz="1000" b="0" i="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GB" altLang="zh-CN" sz="1000" kern="1200" dirty="0">
                <a:solidFill>
                  <a:schemeClr val="bg1"/>
                </a:solidFill>
                <a:effectLst/>
                <a:latin typeface="+mj-ea"/>
                <a:ea typeface="+mj-ea"/>
                <a:cs typeface="+mn-cs"/>
              </a:rPr>
              <a:t>Lenovo Smart Retail, </a:t>
            </a:r>
            <a:r>
              <a:rPr lang="en-GB" altLang="zh-CN" sz="1000" kern="1200" dirty="0" err="1">
                <a:solidFill>
                  <a:schemeClr val="bg1"/>
                </a:solidFill>
                <a:effectLst/>
                <a:latin typeface="+mj-ea"/>
                <a:ea typeface="+mj-ea"/>
                <a:cs typeface="+mn-cs"/>
              </a:rPr>
              <a:t>Lecoo</a:t>
            </a:r>
            <a:r>
              <a:rPr lang="en-GB" altLang="zh-CN" sz="1000" kern="1200" dirty="0">
                <a:solidFill>
                  <a:schemeClr val="bg1"/>
                </a:solidFill>
                <a:effectLst/>
                <a:latin typeface="+mj-ea"/>
                <a:ea typeface="+mj-ea"/>
                <a:cs typeface="+mn-cs"/>
              </a:rPr>
              <a:t> Technology</a:t>
            </a:r>
            <a:r>
              <a:rPr lang="zh-CN" altLang="en-US" sz="1000" kern="1200" dirty="0">
                <a:solidFill>
                  <a:schemeClr val="bg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en-US" sz="1000" b="0" i="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All rights reserved.</a:t>
            </a:r>
          </a:p>
        </p:txBody>
      </p:sp>
      <p:pic>
        <p:nvPicPr>
          <p:cNvPr id="2" name="图片 11" descr="来酷科技-logo-new">
            <a:extLst>
              <a:ext uri="{FF2B5EF4-FFF2-40B4-BE49-F238E27FC236}">
                <a16:creationId xmlns:a16="http://schemas.microsoft.com/office/drawing/2014/main" id="{72C9E51A-6E6F-BA9E-B0AA-007E9EE695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4309" y="-27384"/>
            <a:ext cx="1598613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2595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978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11" descr="来酷科技-logo-new"/>
          <p:cNvPicPr>
            <a:picLocks noChangeAspect="1" noChangeArrowheads="1"/>
          </p:cNvPicPr>
          <p:nvPr/>
        </p:nvPicPr>
        <p:blipFill>
          <a:blip r:embed="rId3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4309" y="-27384"/>
            <a:ext cx="1598613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E47864EA-8529-49E7-C709-90BE54706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78" y="165623"/>
            <a:ext cx="9345600" cy="647700"/>
          </a:xfrm>
          <a:prstGeom prst="rect">
            <a:avLst/>
          </a:prstGeom>
        </p:spPr>
        <p:txBody>
          <a:bodyPr anchor="ctr" anchorCtr="0"/>
          <a:lstStyle>
            <a:lvl1pPr algn="l">
              <a:defRPr sz="3000" b="1" i="0">
                <a:solidFill>
                  <a:schemeClr val="bg1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696274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9496729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374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bg1"/>
                </a:solidFill>
                <a:latin typeface="Microsoft YaHei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Presenter name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bg1"/>
                </a:solidFill>
                <a:latin typeface="Microsoft YaHei" panose="020B0503020204020204" pitchFamily="34" charset="-122"/>
              </a:defRPr>
            </a:lvl1pPr>
          </a:lstStyle>
          <a:p>
            <a:pPr lvl="0"/>
            <a:r>
              <a:rPr lang="en-US" altLang="zh-CN" dirty="0" err="1"/>
              <a:t>www.islide.cc</a:t>
            </a:r>
            <a:endParaRPr lang="en-US" dirty="0"/>
          </a:p>
        </p:txBody>
      </p:sp>
      <p:grpSp>
        <p:nvGrpSpPr>
          <p:cNvPr id="58" name="Group 80">
            <a:extLst>
              <a:ext uri="{FF2B5EF4-FFF2-40B4-BE49-F238E27FC236}">
                <a16:creationId xmlns:a16="http://schemas.microsoft.com/office/drawing/2014/main" id="{9EC5C243-088E-F4F2-756A-8A159C0E45A1}"/>
              </a:ext>
            </a:extLst>
          </p:cNvPr>
          <p:cNvGrpSpPr/>
          <p:nvPr userDrawn="1"/>
        </p:nvGrpSpPr>
        <p:grpSpPr>
          <a:xfrm>
            <a:off x="541190" y="2649538"/>
            <a:ext cx="9288143" cy="2092325"/>
            <a:chOff x="541049" y="2649538"/>
            <a:chExt cx="9285724" cy="2092325"/>
          </a:xfrm>
          <a:solidFill>
            <a:schemeClr val="tx1"/>
          </a:solidFill>
        </p:grpSpPr>
        <p:sp>
          <p:nvSpPr>
            <p:cNvPr id="59" name="Freeform 5">
              <a:extLst>
                <a:ext uri="{FF2B5EF4-FFF2-40B4-BE49-F238E27FC236}">
                  <a16:creationId xmlns:a16="http://schemas.microsoft.com/office/drawing/2014/main" id="{11E586DC-BD2E-4510-3EDE-EFB5786F6EDA}"/>
                </a:ext>
              </a:extLst>
            </p:cNvPr>
            <p:cNvSpPr/>
            <p:nvPr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C10E3490-BE98-ADC7-4821-27B5FE967F15}"/>
                </a:ext>
              </a:extLst>
            </p:cNvPr>
            <p:cNvSpPr/>
            <p:nvPr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5D46ACE6-AA4B-9F77-D320-6FEF3B7D5F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4F22DFC5-D9E2-405B-CADD-E10FBC520B62}"/>
                </a:ext>
              </a:extLst>
            </p:cNvPr>
            <p:cNvSpPr/>
            <p:nvPr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97DCE958-C0F8-43A3-ED56-37055A8F55A6}"/>
                </a:ext>
              </a:extLst>
            </p:cNvPr>
            <p:cNvSpPr/>
            <p:nvPr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6F3325FC-2C0A-BF90-DA2E-805EB38791B6}"/>
                </a:ext>
              </a:extLst>
            </p:cNvPr>
            <p:cNvSpPr/>
            <p:nvPr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2C0B7A92-F10E-0D14-999E-2D003B000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</p:grpSp>
      <p:grpSp>
        <p:nvGrpSpPr>
          <p:cNvPr id="66" name="Group 16">
            <a:extLst>
              <a:ext uri="{FF2B5EF4-FFF2-40B4-BE49-F238E27FC236}">
                <a16:creationId xmlns:a16="http://schemas.microsoft.com/office/drawing/2014/main" id="{0C09D369-CA49-0ECC-A498-67D62FF274E3}"/>
              </a:ext>
            </a:extLst>
          </p:cNvPr>
          <p:cNvGrpSpPr/>
          <p:nvPr userDrawn="1"/>
        </p:nvGrpSpPr>
        <p:grpSpPr>
          <a:xfrm rot="16200000">
            <a:off x="10818191" y="3319794"/>
            <a:ext cx="2060313" cy="687305"/>
            <a:chOff x="12801600" y="2792413"/>
            <a:chExt cx="3070226" cy="1023937"/>
          </a:xfrm>
        </p:grpSpPr>
        <p:sp>
          <p:nvSpPr>
            <p:cNvPr id="67" name="Freeform 137">
              <a:extLst>
                <a:ext uri="{FF2B5EF4-FFF2-40B4-BE49-F238E27FC236}">
                  <a16:creationId xmlns:a16="http://schemas.microsoft.com/office/drawing/2014/main" id="{103BD963-B937-2FB6-37F1-3AC9C48EA24A}"/>
                </a:ext>
              </a:extLst>
            </p:cNvPr>
            <p:cNvSpPr/>
            <p:nvPr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295 w 296"/>
                <a:gd name="T1" fmla="*/ 0 h 185"/>
                <a:gd name="T2" fmla="*/ 0 w 296"/>
                <a:gd name="T3" fmla="*/ 2 h 185"/>
                <a:gd name="T4" fmla="*/ 108 w 296"/>
                <a:gd name="T5" fmla="*/ 185 h 185"/>
                <a:gd name="T6" fmla="*/ 295 w 296"/>
                <a:gd name="T7" fmla="*/ 128 h 185"/>
                <a:gd name="T8" fmla="*/ 296 w 296"/>
                <a:gd name="T9" fmla="*/ 128 h 185"/>
                <a:gd name="T10" fmla="*/ 296 w 296"/>
                <a:gd name="T11" fmla="*/ 0 h 185"/>
                <a:gd name="T12" fmla="*/ 295 w 296"/>
                <a:gd name="T1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8" name="Freeform 138">
              <a:extLst>
                <a:ext uri="{FF2B5EF4-FFF2-40B4-BE49-F238E27FC236}">
                  <a16:creationId xmlns:a16="http://schemas.microsoft.com/office/drawing/2014/main" id="{75B67718-55AE-5D86-387F-2AA5A4384BA7}"/>
                </a:ext>
              </a:extLst>
            </p:cNvPr>
            <p:cNvSpPr/>
            <p:nvPr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00 w 508"/>
                <a:gd name="T1" fmla="*/ 9 h 108"/>
                <a:gd name="T2" fmla="*/ 0 w 508"/>
                <a:gd name="T3" fmla="*/ 108 h 108"/>
                <a:gd name="T4" fmla="*/ 465 w 508"/>
                <a:gd name="T5" fmla="*/ 9 h 108"/>
                <a:gd name="T6" fmla="*/ 508 w 508"/>
                <a:gd name="T7" fmla="*/ 0 h 108"/>
                <a:gd name="T8" fmla="*/ 109 w 508"/>
                <a:gd name="T9" fmla="*/ 0 h 108"/>
                <a:gd name="T10" fmla="*/ 100 w 508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9" name="Freeform 139">
              <a:extLst>
                <a:ext uri="{FF2B5EF4-FFF2-40B4-BE49-F238E27FC236}">
                  <a16:creationId xmlns:a16="http://schemas.microsoft.com/office/drawing/2014/main" id="{B4CBCCD3-B124-7F0B-EDAC-76FE3BAC8CA4}"/>
                </a:ext>
              </a:extLst>
            </p:cNvPr>
            <p:cNvSpPr/>
            <p:nvPr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66 w 248"/>
                <a:gd name="T1" fmla="*/ 0 h 341"/>
                <a:gd name="T2" fmla="*/ 3 w 248"/>
                <a:gd name="T3" fmla="*/ 329 h 341"/>
                <a:gd name="T4" fmla="*/ 0 w 248"/>
                <a:gd name="T5" fmla="*/ 341 h 341"/>
                <a:gd name="T6" fmla="*/ 3 w 248"/>
                <a:gd name="T7" fmla="*/ 341 h 341"/>
                <a:gd name="T8" fmla="*/ 192 w 248"/>
                <a:gd name="T9" fmla="*/ 341 h 341"/>
                <a:gd name="T10" fmla="*/ 248 w 248"/>
                <a:gd name="T11" fmla="*/ 341 h 341"/>
                <a:gd name="T12" fmla="*/ 245 w 248"/>
                <a:gd name="T13" fmla="*/ 336 h 341"/>
                <a:gd name="T14" fmla="*/ 66 w 248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0" name="Freeform 140">
              <a:extLst>
                <a:ext uri="{FF2B5EF4-FFF2-40B4-BE49-F238E27FC236}">
                  <a16:creationId xmlns:a16="http://schemas.microsoft.com/office/drawing/2014/main" id="{6D986F94-6D7B-B8E7-8B52-8E9C8C3B5B2A}"/>
                </a:ext>
              </a:extLst>
            </p:cNvPr>
            <p:cNvSpPr/>
            <p:nvPr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01 w 106"/>
                <a:gd name="T1" fmla="*/ 0 h 207"/>
                <a:gd name="T2" fmla="*/ 0 w 106"/>
                <a:gd name="T3" fmla="*/ 171 h 207"/>
                <a:gd name="T4" fmla="*/ 20 w 106"/>
                <a:gd name="T5" fmla="*/ 207 h 207"/>
                <a:gd name="T6" fmla="*/ 106 w 106"/>
                <a:gd name="T7" fmla="*/ 207 h 207"/>
                <a:gd name="T8" fmla="*/ 101 w 106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1" name="Freeform 141">
              <a:extLst>
                <a:ext uri="{FF2B5EF4-FFF2-40B4-BE49-F238E27FC236}">
                  <a16:creationId xmlns:a16="http://schemas.microsoft.com/office/drawing/2014/main" id="{B0FD72C4-EFB6-7CEF-0396-95024EC70D6F}"/>
                </a:ext>
              </a:extLst>
            </p:cNvPr>
            <p:cNvSpPr/>
            <p:nvPr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30 w 169"/>
                <a:gd name="T1" fmla="*/ 467 h 467"/>
                <a:gd name="T2" fmla="*/ 169 w 169"/>
                <a:gd name="T3" fmla="*/ 103 h 467"/>
                <a:gd name="T4" fmla="*/ 0 w 169"/>
                <a:gd name="T5" fmla="*/ 0 h 467"/>
                <a:gd name="T6" fmla="*/ 30 w 169"/>
                <a:gd name="T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2" name="Freeform 142">
              <a:extLst>
                <a:ext uri="{FF2B5EF4-FFF2-40B4-BE49-F238E27FC236}">
                  <a16:creationId xmlns:a16="http://schemas.microsoft.com/office/drawing/2014/main" id="{394E1666-0E4E-6087-AD6F-B2CAF1B8CCE9}"/>
                </a:ext>
              </a:extLst>
            </p:cNvPr>
            <p:cNvSpPr/>
            <p:nvPr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82 h 341"/>
                <a:gd name="T2" fmla="*/ 0 w 73"/>
                <a:gd name="T3" fmla="*/ 341 h 341"/>
                <a:gd name="T4" fmla="*/ 6 w 73"/>
                <a:gd name="T5" fmla="*/ 341 h 341"/>
                <a:gd name="T6" fmla="*/ 7 w 73"/>
                <a:gd name="T7" fmla="*/ 341 h 341"/>
                <a:gd name="T8" fmla="*/ 10 w 73"/>
                <a:gd name="T9" fmla="*/ 329 h 341"/>
                <a:gd name="T10" fmla="*/ 73 w 73"/>
                <a:gd name="T11" fmla="*/ 0 h 341"/>
                <a:gd name="T12" fmla="*/ 10 w 73"/>
                <a:gd name="T13" fmla="*/ 71 h 341"/>
                <a:gd name="T14" fmla="*/ 0 w 73"/>
                <a:gd name="T15" fmla="*/ 8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3" name="Freeform 143">
              <a:extLst>
                <a:ext uri="{FF2B5EF4-FFF2-40B4-BE49-F238E27FC236}">
                  <a16:creationId xmlns:a16="http://schemas.microsoft.com/office/drawing/2014/main" id="{72DA2CBD-9EA3-BF4A-2994-FBAB5D09012C}"/>
                </a:ext>
              </a:extLst>
            </p:cNvPr>
            <p:cNvSpPr/>
            <p:nvPr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655 w 873"/>
                <a:gd name="T1" fmla="*/ 187 h 196"/>
                <a:gd name="T2" fmla="*/ 873 w 873"/>
                <a:gd name="T3" fmla="*/ 0 h 196"/>
                <a:gd name="T4" fmla="*/ 0 w 873"/>
                <a:gd name="T5" fmla="*/ 196 h 196"/>
                <a:gd name="T6" fmla="*/ 655 w 873"/>
                <a:gd name="T7" fmla="*/ 18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4" name="Freeform 144">
              <a:extLst>
                <a:ext uri="{FF2B5EF4-FFF2-40B4-BE49-F238E27FC236}">
                  <a16:creationId xmlns:a16="http://schemas.microsoft.com/office/drawing/2014/main" id="{75034E13-2267-A59C-7F11-BD84C63656EF}"/>
                </a:ext>
              </a:extLst>
            </p:cNvPr>
            <p:cNvSpPr/>
            <p:nvPr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513 w 518"/>
                <a:gd name="T1" fmla="*/ 0 h 575"/>
                <a:gd name="T2" fmla="*/ 505 w 518"/>
                <a:gd name="T3" fmla="*/ 9 h 575"/>
                <a:gd name="T4" fmla="*/ 499 w 518"/>
                <a:gd name="T5" fmla="*/ 16 h 575"/>
                <a:gd name="T6" fmla="*/ 0 w 518"/>
                <a:gd name="T7" fmla="*/ 575 h 575"/>
                <a:gd name="T8" fmla="*/ 410 w 518"/>
                <a:gd name="T9" fmla="*/ 246 h 575"/>
                <a:gd name="T10" fmla="*/ 512 w 518"/>
                <a:gd name="T11" fmla="*/ 14 h 575"/>
                <a:gd name="T12" fmla="*/ 514 w 518"/>
                <a:gd name="T13" fmla="*/ 9 h 575"/>
                <a:gd name="T14" fmla="*/ 518 w 518"/>
                <a:gd name="T15" fmla="*/ 0 h 575"/>
                <a:gd name="T16" fmla="*/ 513 w 518"/>
                <a:gd name="T17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5" name="Freeform 145">
              <a:extLst>
                <a:ext uri="{FF2B5EF4-FFF2-40B4-BE49-F238E27FC236}">
                  <a16:creationId xmlns:a16="http://schemas.microsoft.com/office/drawing/2014/main" id="{C566EA1E-7D64-C3BC-95BE-22FF75167FD3}"/>
                </a:ext>
              </a:extLst>
            </p:cNvPr>
            <p:cNvSpPr/>
            <p:nvPr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52 h 83"/>
                <a:gd name="T4" fmla="*/ 10 w 73"/>
                <a:gd name="T5" fmla="*/ 56 h 83"/>
                <a:gd name="T6" fmla="*/ 73 w 73"/>
                <a:gd name="T7" fmla="*/ 83 h 83"/>
                <a:gd name="T8" fmla="*/ 10 w 73"/>
                <a:gd name="T9" fmla="*/ 11 h 83"/>
                <a:gd name="T10" fmla="*/ 0 w 73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6" name="Freeform 146">
              <a:extLst>
                <a:ext uri="{FF2B5EF4-FFF2-40B4-BE49-F238E27FC236}">
                  <a16:creationId xmlns:a16="http://schemas.microsoft.com/office/drawing/2014/main" id="{7C6E7BB3-6CDC-3967-8299-6EAC3FD969BD}"/>
                </a:ext>
              </a:extLst>
            </p:cNvPr>
            <p:cNvSpPr/>
            <p:nvPr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404 w 405"/>
                <a:gd name="T1" fmla="*/ 0 h 86"/>
                <a:gd name="T2" fmla="*/ 40 w 405"/>
                <a:gd name="T3" fmla="*/ 0 h 86"/>
                <a:gd name="T4" fmla="*/ 0 w 405"/>
                <a:gd name="T5" fmla="*/ 0 h 86"/>
                <a:gd name="T6" fmla="*/ 14 w 405"/>
                <a:gd name="T7" fmla="*/ 4 h 86"/>
                <a:gd name="T8" fmla="*/ 30 w 405"/>
                <a:gd name="T9" fmla="*/ 9 h 86"/>
                <a:gd name="T10" fmla="*/ 290 w 405"/>
                <a:gd name="T11" fmla="*/ 86 h 86"/>
                <a:gd name="T12" fmla="*/ 404 w 405"/>
                <a:gd name="T13" fmla="*/ 44 h 86"/>
                <a:gd name="T14" fmla="*/ 405 w 405"/>
                <a:gd name="T15" fmla="*/ 43 h 86"/>
                <a:gd name="T16" fmla="*/ 405 w 405"/>
                <a:gd name="T17" fmla="*/ 9 h 86"/>
                <a:gd name="T18" fmla="*/ 405 w 405"/>
                <a:gd name="T19" fmla="*/ 0 h 86"/>
                <a:gd name="T20" fmla="*/ 404 w 405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7" name="Freeform 147">
              <a:extLst>
                <a:ext uri="{FF2B5EF4-FFF2-40B4-BE49-F238E27FC236}">
                  <a16:creationId xmlns:a16="http://schemas.microsoft.com/office/drawing/2014/main" id="{B712CFAE-DB9B-FF2C-5874-0FDA8CD3F025}"/>
                </a:ext>
              </a:extLst>
            </p:cNvPr>
            <p:cNvSpPr/>
            <p:nvPr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9 h 280"/>
                <a:gd name="T2" fmla="*/ 903 w 903"/>
                <a:gd name="T3" fmla="*/ 280 h 280"/>
                <a:gd name="T4" fmla="*/ 655 w 903"/>
                <a:gd name="T5" fmla="*/ 0 h 280"/>
                <a:gd name="T6" fmla="*/ 0 w 903"/>
                <a:gd name="T7" fmla="*/ 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8" name="Freeform 148">
              <a:extLst>
                <a:ext uri="{FF2B5EF4-FFF2-40B4-BE49-F238E27FC236}">
                  <a16:creationId xmlns:a16="http://schemas.microsoft.com/office/drawing/2014/main" id="{E2E8873D-F989-1D3A-D3BA-60D2E09A93F4}"/>
                </a:ext>
              </a:extLst>
            </p:cNvPr>
            <p:cNvSpPr/>
            <p:nvPr/>
          </p:nvSpPr>
          <p:spPr bwMode="auto">
            <a:xfrm>
              <a:off x="14303375" y="2792413"/>
              <a:ext cx="173038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79" name="Freeform 149">
              <a:extLst>
                <a:ext uri="{FF2B5EF4-FFF2-40B4-BE49-F238E27FC236}">
                  <a16:creationId xmlns:a16="http://schemas.microsoft.com/office/drawing/2014/main" id="{A40DA4FD-927C-9972-68AF-C44919478F68}"/>
                </a:ext>
              </a:extLst>
            </p:cNvPr>
            <p:cNvSpPr/>
            <p:nvPr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561 w 662"/>
                <a:gd name="T1" fmla="*/ 171 h 171"/>
                <a:gd name="T2" fmla="*/ 662 w 662"/>
                <a:gd name="T3" fmla="*/ 0 h 171"/>
                <a:gd name="T4" fmla="*/ 0 w 662"/>
                <a:gd name="T5" fmla="*/ 137 h 171"/>
                <a:gd name="T6" fmla="*/ 561 w 662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0" name="Freeform 150">
              <a:extLst>
                <a:ext uri="{FF2B5EF4-FFF2-40B4-BE49-F238E27FC236}">
                  <a16:creationId xmlns:a16="http://schemas.microsoft.com/office/drawing/2014/main" id="{2C1EC58F-050C-2A4D-4618-865619D9680A}"/>
                </a:ext>
              </a:extLst>
            </p:cNvPr>
            <p:cNvSpPr/>
            <p:nvPr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29 h 82"/>
                <a:gd name="T2" fmla="*/ 0 w 73"/>
                <a:gd name="T3" fmla="*/ 82 h 82"/>
                <a:gd name="T4" fmla="*/ 10 w 73"/>
                <a:gd name="T5" fmla="*/ 71 h 82"/>
                <a:gd name="T6" fmla="*/ 73 w 73"/>
                <a:gd name="T7" fmla="*/ 0 h 82"/>
                <a:gd name="T8" fmla="*/ 10 w 73"/>
                <a:gd name="T9" fmla="*/ 25 h 82"/>
                <a:gd name="T10" fmla="*/ 0 w 73"/>
                <a:gd name="T1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1" name="Freeform 151">
              <a:extLst>
                <a:ext uri="{FF2B5EF4-FFF2-40B4-BE49-F238E27FC236}">
                  <a16:creationId xmlns:a16="http://schemas.microsoft.com/office/drawing/2014/main" id="{FA1BE391-9807-9E18-B522-AE024209BA0D}"/>
                </a:ext>
              </a:extLst>
            </p:cNvPr>
            <p:cNvSpPr/>
            <p:nvPr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203 w 203"/>
                <a:gd name="T1" fmla="*/ 0 h 304"/>
                <a:gd name="T2" fmla="*/ 0 w 203"/>
                <a:gd name="T3" fmla="*/ 0 h 304"/>
                <a:gd name="T4" fmla="*/ 0 w 203"/>
                <a:gd name="T5" fmla="*/ 98 h 304"/>
                <a:gd name="T6" fmla="*/ 10 w 203"/>
                <a:gd name="T7" fmla="*/ 126 h 304"/>
                <a:gd name="T8" fmla="*/ 73 w 203"/>
                <a:gd name="T9" fmla="*/ 304 h 304"/>
                <a:gd name="T10" fmla="*/ 199 w 203"/>
                <a:gd name="T11" fmla="*/ 9 h 304"/>
                <a:gd name="T12" fmla="*/ 203 w 203"/>
                <a:gd name="T1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2" name="Freeform 152">
              <a:extLst>
                <a:ext uri="{FF2B5EF4-FFF2-40B4-BE49-F238E27FC236}">
                  <a16:creationId xmlns:a16="http://schemas.microsoft.com/office/drawing/2014/main" id="{9EFEC7F1-2563-CF26-F866-98DDD5511050}"/>
                </a:ext>
              </a:extLst>
            </p:cNvPr>
            <p:cNvSpPr/>
            <p:nvPr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490 w 513"/>
                <a:gd name="T1" fmla="*/ 9 h 575"/>
                <a:gd name="T2" fmla="*/ 468 w 513"/>
                <a:gd name="T3" fmla="*/ 22 h 575"/>
                <a:gd name="T4" fmla="*/ 139 w 513"/>
                <a:gd name="T5" fmla="*/ 211 h 575"/>
                <a:gd name="T6" fmla="*/ 0 w 513"/>
                <a:gd name="T7" fmla="*/ 575 h 575"/>
                <a:gd name="T8" fmla="*/ 499 w 513"/>
                <a:gd name="T9" fmla="*/ 16 h 575"/>
                <a:gd name="T10" fmla="*/ 505 w 513"/>
                <a:gd name="T11" fmla="*/ 9 h 575"/>
                <a:gd name="T12" fmla="*/ 513 w 513"/>
                <a:gd name="T13" fmla="*/ 0 h 575"/>
                <a:gd name="T14" fmla="*/ 505 w 513"/>
                <a:gd name="T15" fmla="*/ 0 h 575"/>
                <a:gd name="T16" fmla="*/ 490 w 513"/>
                <a:gd name="T17" fmla="*/ 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3" name="Freeform 153">
              <a:extLst>
                <a:ext uri="{FF2B5EF4-FFF2-40B4-BE49-F238E27FC236}">
                  <a16:creationId xmlns:a16="http://schemas.microsoft.com/office/drawing/2014/main" id="{D0696029-2FCD-4D14-C330-46EE6EAF39BD}"/>
                </a:ext>
              </a:extLst>
            </p:cNvPr>
            <p:cNvSpPr/>
            <p:nvPr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58 w 318"/>
                <a:gd name="T1" fmla="*/ 9 h 438"/>
                <a:gd name="T2" fmla="*/ 42 w 318"/>
                <a:gd name="T3" fmla="*/ 4 h 438"/>
                <a:gd name="T4" fmla="*/ 28 w 318"/>
                <a:gd name="T5" fmla="*/ 0 h 438"/>
                <a:gd name="T6" fmla="*/ 0 w 318"/>
                <a:gd name="T7" fmla="*/ 0 h 438"/>
                <a:gd name="T8" fmla="*/ 3 w 318"/>
                <a:gd name="T9" fmla="*/ 9 h 438"/>
                <a:gd name="T10" fmla="*/ 3 w 318"/>
                <a:gd name="T11" fmla="*/ 11 h 438"/>
                <a:gd name="T12" fmla="*/ 137 w 318"/>
                <a:gd name="T13" fmla="*/ 438 h 438"/>
                <a:gd name="T14" fmla="*/ 318 w 318"/>
                <a:gd name="T15" fmla="*/ 86 h 438"/>
                <a:gd name="T16" fmla="*/ 58 w 318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4" name="Freeform 154">
              <a:extLst>
                <a:ext uri="{FF2B5EF4-FFF2-40B4-BE49-F238E27FC236}">
                  <a16:creationId xmlns:a16="http://schemas.microsoft.com/office/drawing/2014/main" id="{5AFC1542-886C-C7AB-E699-4256A5FEE5E7}"/>
                </a:ext>
              </a:extLst>
            </p:cNvPr>
            <p:cNvSpPr/>
            <p:nvPr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403 w 403"/>
                <a:gd name="T1" fmla="*/ 70 h 70"/>
                <a:gd name="T2" fmla="*/ 224 w 403"/>
                <a:gd name="T3" fmla="*/ 0 h 70"/>
                <a:gd name="T4" fmla="*/ 0 w 403"/>
                <a:gd name="T5" fmla="*/ 70 h 70"/>
                <a:gd name="T6" fmla="*/ 403 w 403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5" name="Freeform 155">
              <a:extLst>
                <a:ext uri="{FF2B5EF4-FFF2-40B4-BE49-F238E27FC236}">
                  <a16:creationId xmlns:a16="http://schemas.microsoft.com/office/drawing/2014/main" id="{4422EA11-D005-4C23-EDE0-43385D920138}"/>
                </a:ext>
              </a:extLst>
            </p:cNvPr>
            <p:cNvSpPr/>
            <p:nvPr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22 h 205"/>
                <a:gd name="T4" fmla="*/ 10 w 73"/>
                <a:gd name="T5" fmla="*/ 133 h 205"/>
                <a:gd name="T6" fmla="*/ 73 w 73"/>
                <a:gd name="T7" fmla="*/ 205 h 205"/>
                <a:gd name="T8" fmla="*/ 10 w 73"/>
                <a:gd name="T9" fmla="*/ 28 h 205"/>
                <a:gd name="T10" fmla="*/ 0 w 73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6" name="Freeform 156">
              <a:extLst>
                <a:ext uri="{FF2B5EF4-FFF2-40B4-BE49-F238E27FC236}">
                  <a16:creationId xmlns:a16="http://schemas.microsoft.com/office/drawing/2014/main" id="{D6A7C9F9-5A64-8AF0-2577-8895D3D345CE}"/>
                </a:ext>
              </a:extLst>
            </p:cNvPr>
            <p:cNvSpPr/>
            <p:nvPr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236 w 375"/>
                <a:gd name="T1" fmla="*/ 9 h 108"/>
                <a:gd name="T2" fmla="*/ 223 w 375"/>
                <a:gd name="T3" fmla="*/ 0 h 108"/>
                <a:gd name="T4" fmla="*/ 0 w 375"/>
                <a:gd name="T5" fmla="*/ 0 h 108"/>
                <a:gd name="T6" fmla="*/ 31 w 375"/>
                <a:gd name="T7" fmla="*/ 9 h 108"/>
                <a:gd name="T8" fmla="*/ 375 w 375"/>
                <a:gd name="T9" fmla="*/ 108 h 108"/>
                <a:gd name="T10" fmla="*/ 236 w 375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7" name="Freeform 157">
              <a:extLst>
                <a:ext uri="{FF2B5EF4-FFF2-40B4-BE49-F238E27FC236}">
                  <a16:creationId xmlns:a16="http://schemas.microsoft.com/office/drawing/2014/main" id="{6C18A0EB-167C-C05E-36F5-696B366346EE}"/>
                </a:ext>
              </a:extLst>
            </p:cNvPr>
            <p:cNvSpPr/>
            <p:nvPr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295 w 296"/>
                <a:gd name="T1" fmla="*/ 1 h 395"/>
                <a:gd name="T2" fmla="*/ 181 w 296"/>
                <a:gd name="T3" fmla="*/ 43 h 395"/>
                <a:gd name="T4" fmla="*/ 0 w 296"/>
                <a:gd name="T5" fmla="*/ 395 h 395"/>
                <a:gd name="T6" fmla="*/ 295 w 296"/>
                <a:gd name="T7" fmla="*/ 120 h 395"/>
                <a:gd name="T8" fmla="*/ 296 w 296"/>
                <a:gd name="T9" fmla="*/ 119 h 395"/>
                <a:gd name="T10" fmla="*/ 296 w 296"/>
                <a:gd name="T11" fmla="*/ 0 h 395"/>
                <a:gd name="T12" fmla="*/ 295 w 296"/>
                <a:gd name="T13" fmla="*/ 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8" name="Freeform 158">
              <a:extLst>
                <a:ext uri="{FF2B5EF4-FFF2-40B4-BE49-F238E27FC236}">
                  <a16:creationId xmlns:a16="http://schemas.microsoft.com/office/drawing/2014/main" id="{0A70B184-6DD5-61A6-A4B0-2B642473EEBD}"/>
                </a:ext>
              </a:extLst>
            </p:cNvPr>
            <p:cNvSpPr/>
            <p:nvPr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13 w 201"/>
                <a:gd name="T1" fmla="*/ 57 h 81"/>
                <a:gd name="T2" fmla="*/ 0 w 201"/>
                <a:gd name="T3" fmla="*/ 81 h 81"/>
                <a:gd name="T4" fmla="*/ 200 w 201"/>
                <a:gd name="T5" fmla="*/ 81 h 81"/>
                <a:gd name="T6" fmla="*/ 201 w 201"/>
                <a:gd name="T7" fmla="*/ 81 h 81"/>
                <a:gd name="T8" fmla="*/ 201 w 201"/>
                <a:gd name="T9" fmla="*/ 0 h 81"/>
                <a:gd name="T10" fmla="*/ 200 w 201"/>
                <a:gd name="T11" fmla="*/ 0 h 81"/>
                <a:gd name="T12" fmla="*/ 13 w 201"/>
                <a:gd name="T1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89" name="Freeform 159">
              <a:extLst>
                <a:ext uri="{FF2B5EF4-FFF2-40B4-BE49-F238E27FC236}">
                  <a16:creationId xmlns:a16="http://schemas.microsoft.com/office/drawing/2014/main" id="{F2700713-DE48-4543-2611-FACF29960B05}"/>
                </a:ext>
              </a:extLst>
            </p:cNvPr>
            <p:cNvSpPr/>
            <p:nvPr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436 w 660"/>
                <a:gd name="T1" fmla="*/ 70 h 70"/>
                <a:gd name="T2" fmla="*/ 660 w 660"/>
                <a:gd name="T3" fmla="*/ 0 h 70"/>
                <a:gd name="T4" fmla="*/ 0 w 660"/>
                <a:gd name="T5" fmla="*/ 70 h 70"/>
                <a:gd name="T6" fmla="*/ 436 w 66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0" name="Freeform 160">
              <a:extLst>
                <a:ext uri="{FF2B5EF4-FFF2-40B4-BE49-F238E27FC236}">
                  <a16:creationId xmlns:a16="http://schemas.microsoft.com/office/drawing/2014/main" id="{4C269412-335F-C3E3-5F14-0757DDD925DD}"/>
                </a:ext>
              </a:extLst>
            </p:cNvPr>
            <p:cNvSpPr/>
            <p:nvPr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350 w 350"/>
                <a:gd name="T1" fmla="*/ 0 h 304"/>
                <a:gd name="T2" fmla="*/ 130 w 350"/>
                <a:gd name="T3" fmla="*/ 0 h 304"/>
                <a:gd name="T4" fmla="*/ 126 w 350"/>
                <a:gd name="T5" fmla="*/ 9 h 304"/>
                <a:gd name="T6" fmla="*/ 0 w 350"/>
                <a:gd name="T7" fmla="*/ 304 h 304"/>
                <a:gd name="T8" fmla="*/ 339 w 350"/>
                <a:gd name="T9" fmla="*/ 9 h 304"/>
                <a:gd name="T10" fmla="*/ 350 w 350"/>
                <a:gd name="T11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1" name="Freeform 161">
              <a:extLst>
                <a:ext uri="{FF2B5EF4-FFF2-40B4-BE49-F238E27FC236}">
                  <a16:creationId xmlns:a16="http://schemas.microsoft.com/office/drawing/2014/main" id="{B0BC2FBC-9DC7-B038-BA4C-24731C54AE56}"/>
                </a:ext>
              </a:extLst>
            </p:cNvPr>
            <p:cNvSpPr/>
            <p:nvPr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295 w 296"/>
                <a:gd name="T1" fmla="*/ 0 h 133"/>
                <a:gd name="T2" fmla="*/ 0 w 296"/>
                <a:gd name="T3" fmla="*/ 133 h 133"/>
                <a:gd name="T4" fmla="*/ 295 w 296"/>
                <a:gd name="T5" fmla="*/ 131 h 133"/>
                <a:gd name="T6" fmla="*/ 296 w 296"/>
                <a:gd name="T7" fmla="*/ 131 h 133"/>
                <a:gd name="T8" fmla="*/ 296 w 296"/>
                <a:gd name="T9" fmla="*/ 0 h 133"/>
                <a:gd name="T10" fmla="*/ 295 w 296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2" name="Freeform 162">
              <a:extLst>
                <a:ext uri="{FF2B5EF4-FFF2-40B4-BE49-F238E27FC236}">
                  <a16:creationId xmlns:a16="http://schemas.microsoft.com/office/drawing/2014/main" id="{F3A14C3E-3002-F2CA-3220-B7CC10C0A8BA}"/>
                </a:ext>
              </a:extLst>
            </p:cNvPr>
            <p:cNvSpPr/>
            <p:nvPr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498 w 535"/>
                <a:gd name="T1" fmla="*/ 22 h 211"/>
                <a:gd name="T2" fmla="*/ 520 w 535"/>
                <a:gd name="T3" fmla="*/ 9 h 211"/>
                <a:gd name="T4" fmla="*/ 535 w 535"/>
                <a:gd name="T5" fmla="*/ 0 h 211"/>
                <a:gd name="T6" fmla="*/ 508 w 535"/>
                <a:gd name="T7" fmla="*/ 0 h 211"/>
                <a:gd name="T8" fmla="*/ 465 w 535"/>
                <a:gd name="T9" fmla="*/ 9 h 211"/>
                <a:gd name="T10" fmla="*/ 0 w 535"/>
                <a:gd name="T11" fmla="*/ 108 h 211"/>
                <a:gd name="T12" fmla="*/ 169 w 535"/>
                <a:gd name="T13" fmla="*/ 211 h 211"/>
                <a:gd name="T14" fmla="*/ 498 w 535"/>
                <a:gd name="T15" fmla="*/ 2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3" name="Freeform 163">
              <a:extLst>
                <a:ext uri="{FF2B5EF4-FFF2-40B4-BE49-F238E27FC236}">
                  <a16:creationId xmlns:a16="http://schemas.microsoft.com/office/drawing/2014/main" id="{BCEBE355-A480-783A-AC57-C60C602861B4}"/>
                </a:ext>
              </a:extLst>
            </p:cNvPr>
            <p:cNvSpPr/>
            <p:nvPr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47 w 47"/>
                <a:gd name="T1" fmla="*/ 0 h 108"/>
                <a:gd name="T2" fmla="*/ 0 w 47"/>
                <a:gd name="T3" fmla="*/ 0 h 108"/>
                <a:gd name="T4" fmla="*/ 2 w 47"/>
                <a:gd name="T5" fmla="*/ 9 h 108"/>
                <a:gd name="T6" fmla="*/ 21 w 47"/>
                <a:gd name="T7" fmla="*/ 108 h 108"/>
                <a:gd name="T8" fmla="*/ 45 w 47"/>
                <a:gd name="T9" fmla="*/ 9 h 108"/>
                <a:gd name="T10" fmla="*/ 47 w 4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4" name="Freeform 164">
              <a:extLst>
                <a:ext uri="{FF2B5EF4-FFF2-40B4-BE49-F238E27FC236}">
                  <a16:creationId xmlns:a16="http://schemas.microsoft.com/office/drawing/2014/main" id="{EA3C132B-9B17-5C1F-752F-76ABFB1EC3B2}"/>
                </a:ext>
              </a:extLst>
            </p:cNvPr>
            <p:cNvSpPr/>
            <p:nvPr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329 h 329"/>
                <a:gd name="T2" fmla="*/ 662 w 662"/>
                <a:gd name="T3" fmla="*/ 192 h 329"/>
                <a:gd name="T4" fmla="*/ 410 w 662"/>
                <a:gd name="T5" fmla="*/ 0 h 329"/>
                <a:gd name="T6" fmla="*/ 0 w 662"/>
                <a:gd name="T7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5" name="Freeform 165">
              <a:extLst>
                <a:ext uri="{FF2B5EF4-FFF2-40B4-BE49-F238E27FC236}">
                  <a16:creationId xmlns:a16="http://schemas.microsoft.com/office/drawing/2014/main" id="{60672030-14EC-0601-6E8D-9028E8497056}"/>
                </a:ext>
              </a:extLst>
            </p:cNvPr>
            <p:cNvSpPr/>
            <p:nvPr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95 w 108"/>
                <a:gd name="T1" fmla="*/ 207 h 207"/>
                <a:gd name="T2" fmla="*/ 108 w 108"/>
                <a:gd name="T3" fmla="*/ 183 h 207"/>
                <a:gd name="T4" fmla="*/ 0 w 108"/>
                <a:gd name="T5" fmla="*/ 0 h 207"/>
                <a:gd name="T6" fmla="*/ 5 w 108"/>
                <a:gd name="T7" fmla="*/ 207 h 207"/>
                <a:gd name="T8" fmla="*/ 95 w 108"/>
                <a:gd name="T9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6" name="Freeform 166">
              <a:extLst>
                <a:ext uri="{FF2B5EF4-FFF2-40B4-BE49-F238E27FC236}">
                  <a16:creationId xmlns:a16="http://schemas.microsoft.com/office/drawing/2014/main" id="{1872ECE0-B103-2137-5748-B97DCA935B06}"/>
                </a:ext>
              </a:extLst>
            </p:cNvPr>
            <p:cNvSpPr/>
            <p:nvPr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187 h 467"/>
                <a:gd name="T2" fmla="*/ 248 w 248"/>
                <a:gd name="T3" fmla="*/ 467 h 467"/>
                <a:gd name="T4" fmla="*/ 218 w 248"/>
                <a:gd name="T5" fmla="*/ 0 h 467"/>
                <a:gd name="T6" fmla="*/ 0 w 248"/>
                <a:gd name="T7" fmla="*/ 18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7" name="Freeform 167">
              <a:extLst>
                <a:ext uri="{FF2B5EF4-FFF2-40B4-BE49-F238E27FC236}">
                  <a16:creationId xmlns:a16="http://schemas.microsoft.com/office/drawing/2014/main" id="{C3362446-400B-72C6-0DC0-3B1071FC172F}"/>
                </a:ext>
              </a:extLst>
            </p:cNvPr>
            <p:cNvSpPr/>
            <p:nvPr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60 h 60"/>
                <a:gd name="T4" fmla="*/ 10 w 73"/>
                <a:gd name="T5" fmla="*/ 56 h 60"/>
                <a:gd name="T6" fmla="*/ 73 w 73"/>
                <a:gd name="T7" fmla="*/ 31 h 60"/>
                <a:gd name="T8" fmla="*/ 10 w 73"/>
                <a:gd name="T9" fmla="*/ 4 h 60"/>
                <a:gd name="T10" fmla="*/ 0 w 7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8" name="Freeform 168">
              <a:extLst>
                <a:ext uri="{FF2B5EF4-FFF2-40B4-BE49-F238E27FC236}">
                  <a16:creationId xmlns:a16="http://schemas.microsoft.com/office/drawing/2014/main" id="{81CF094F-CF72-06FE-E271-E42667DD9A29}"/>
                </a:ext>
              </a:extLst>
            </p:cNvPr>
            <p:cNvSpPr/>
            <p:nvPr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498 w 873"/>
                <a:gd name="T1" fmla="*/ 0 h 304"/>
                <a:gd name="T2" fmla="*/ 351 w 873"/>
                <a:gd name="T3" fmla="*/ 0 h 304"/>
                <a:gd name="T4" fmla="*/ 350 w 873"/>
                <a:gd name="T5" fmla="*/ 0 h 304"/>
                <a:gd name="T6" fmla="*/ 339 w 873"/>
                <a:gd name="T7" fmla="*/ 9 h 304"/>
                <a:gd name="T8" fmla="*/ 0 w 873"/>
                <a:gd name="T9" fmla="*/ 304 h 304"/>
                <a:gd name="T10" fmla="*/ 873 w 873"/>
                <a:gd name="T11" fmla="*/ 108 h 304"/>
                <a:gd name="T12" fmla="*/ 529 w 873"/>
                <a:gd name="T13" fmla="*/ 9 h 304"/>
                <a:gd name="T14" fmla="*/ 498 w 873"/>
                <a:gd name="T1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99" name="Freeform 169">
              <a:extLst>
                <a:ext uri="{FF2B5EF4-FFF2-40B4-BE49-F238E27FC236}">
                  <a16:creationId xmlns:a16="http://schemas.microsoft.com/office/drawing/2014/main" id="{2A3B6FB7-FDBB-FF08-D432-E0FA5430E420}"/>
                </a:ext>
              </a:extLst>
            </p:cNvPr>
            <p:cNvSpPr/>
            <p:nvPr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295 w 296"/>
                <a:gd name="T1" fmla="*/ 1 h 276"/>
                <a:gd name="T2" fmla="*/ 0 w 296"/>
                <a:gd name="T3" fmla="*/ 276 h 276"/>
                <a:gd name="T4" fmla="*/ 295 w 296"/>
                <a:gd name="T5" fmla="*/ 143 h 276"/>
                <a:gd name="T6" fmla="*/ 296 w 296"/>
                <a:gd name="T7" fmla="*/ 143 h 276"/>
                <a:gd name="T8" fmla="*/ 296 w 296"/>
                <a:gd name="T9" fmla="*/ 0 h 276"/>
                <a:gd name="T10" fmla="*/ 295 w 296"/>
                <a:gd name="T11" fmla="*/ 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0" name="Freeform 170">
              <a:extLst>
                <a:ext uri="{FF2B5EF4-FFF2-40B4-BE49-F238E27FC236}">
                  <a16:creationId xmlns:a16="http://schemas.microsoft.com/office/drawing/2014/main" id="{79DA2820-CADD-1892-3AE9-2FC34CC3AB40}"/>
                </a:ext>
              </a:extLst>
            </p:cNvPr>
            <p:cNvSpPr/>
            <p:nvPr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18 w 252"/>
                <a:gd name="T1" fmla="*/ 9 h 438"/>
                <a:gd name="T2" fmla="*/ 115 w 252"/>
                <a:gd name="T3" fmla="*/ 0 h 438"/>
                <a:gd name="T4" fmla="*/ 108 w 252"/>
                <a:gd name="T5" fmla="*/ 0 h 438"/>
                <a:gd name="T6" fmla="*/ 104 w 252"/>
                <a:gd name="T7" fmla="*/ 9 h 438"/>
                <a:gd name="T8" fmla="*/ 102 w 252"/>
                <a:gd name="T9" fmla="*/ 14 h 438"/>
                <a:gd name="T10" fmla="*/ 0 w 252"/>
                <a:gd name="T11" fmla="*/ 246 h 438"/>
                <a:gd name="T12" fmla="*/ 252 w 252"/>
                <a:gd name="T13" fmla="*/ 438 h 438"/>
                <a:gd name="T14" fmla="*/ 118 w 252"/>
                <a:gd name="T15" fmla="*/ 11 h 438"/>
                <a:gd name="T16" fmla="*/ 118 w 252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1" name="Freeform 171">
              <a:extLst>
                <a:ext uri="{FF2B5EF4-FFF2-40B4-BE49-F238E27FC236}">
                  <a16:creationId xmlns:a16="http://schemas.microsoft.com/office/drawing/2014/main" id="{DE4DA0B2-D338-A220-EC7C-8A8F467D4672}"/>
                </a:ext>
              </a:extLst>
            </p:cNvPr>
            <p:cNvSpPr/>
            <p:nvPr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179 w 581"/>
                <a:gd name="T3" fmla="*/ 70 h 70"/>
                <a:gd name="T4" fmla="*/ 581 w 581"/>
                <a:gd name="T5" fmla="*/ 70 h 70"/>
                <a:gd name="T6" fmla="*/ 561 w 581"/>
                <a:gd name="T7" fmla="*/ 34 h 70"/>
                <a:gd name="T8" fmla="*/ 0 w 581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2" name="Freeform 172">
              <a:extLst>
                <a:ext uri="{FF2B5EF4-FFF2-40B4-BE49-F238E27FC236}">
                  <a16:creationId xmlns:a16="http://schemas.microsoft.com/office/drawing/2014/main" id="{33D35621-2CB3-3716-E140-48B193C7BBF6}"/>
                </a:ext>
              </a:extLst>
            </p:cNvPr>
            <p:cNvSpPr/>
            <p:nvPr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179 w 903"/>
                <a:gd name="T1" fmla="*/ 336 h 341"/>
                <a:gd name="T2" fmla="*/ 182 w 903"/>
                <a:gd name="T3" fmla="*/ 341 h 341"/>
                <a:gd name="T4" fmla="*/ 243 w 903"/>
                <a:gd name="T5" fmla="*/ 341 h 341"/>
                <a:gd name="T6" fmla="*/ 903 w 903"/>
                <a:gd name="T7" fmla="*/ 271 h 341"/>
                <a:gd name="T8" fmla="*/ 0 w 903"/>
                <a:gd name="T9" fmla="*/ 0 h 341"/>
                <a:gd name="T10" fmla="*/ 179 w 903"/>
                <a:gd name="T11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3" name="Freeform 173">
              <a:extLst>
                <a:ext uri="{FF2B5EF4-FFF2-40B4-BE49-F238E27FC236}">
                  <a16:creationId xmlns:a16="http://schemas.microsoft.com/office/drawing/2014/main" id="{B3D62DE0-3CAC-2C6F-FA65-049C8863CBCF}"/>
                </a:ext>
              </a:extLst>
            </p:cNvPr>
            <p:cNvSpPr/>
            <p:nvPr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152 w 152"/>
                <a:gd name="T1" fmla="*/ 108 h 108"/>
                <a:gd name="T2" fmla="*/ 133 w 152"/>
                <a:gd name="T3" fmla="*/ 9 h 108"/>
                <a:gd name="T4" fmla="*/ 131 w 152"/>
                <a:gd name="T5" fmla="*/ 0 h 108"/>
                <a:gd name="T6" fmla="*/ 0 w 152"/>
                <a:gd name="T7" fmla="*/ 0 h 108"/>
                <a:gd name="T8" fmla="*/ 13 w 152"/>
                <a:gd name="T9" fmla="*/ 9 h 108"/>
                <a:gd name="T10" fmla="*/ 152 w 152"/>
                <a:gd name="T1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4" name="Freeform 174">
              <a:extLst>
                <a:ext uri="{FF2B5EF4-FFF2-40B4-BE49-F238E27FC236}">
                  <a16:creationId xmlns:a16="http://schemas.microsoft.com/office/drawing/2014/main" id="{E4639064-D78D-01F9-9D83-F1E48293C0E7}"/>
                </a:ext>
              </a:extLst>
            </p:cNvPr>
            <p:cNvSpPr/>
            <p:nvPr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5" name="Freeform 175">
              <a:extLst>
                <a:ext uri="{FF2B5EF4-FFF2-40B4-BE49-F238E27FC236}">
                  <a16:creationId xmlns:a16="http://schemas.microsoft.com/office/drawing/2014/main" id="{D06E444C-123F-60DA-CEFB-D2BA80A04079}"/>
                </a:ext>
              </a:extLst>
            </p:cNvPr>
            <p:cNvSpPr/>
            <p:nvPr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200 w 278"/>
                <a:gd name="T1" fmla="*/ 0 h 248"/>
                <a:gd name="T2" fmla="*/ 139 w 278"/>
                <a:gd name="T3" fmla="*/ 169 h 248"/>
                <a:gd name="T4" fmla="*/ 77 w 278"/>
                <a:gd name="T5" fmla="*/ 0 h 248"/>
                <a:gd name="T6" fmla="*/ 0 w 278"/>
                <a:gd name="T7" fmla="*/ 0 h 248"/>
                <a:gd name="T8" fmla="*/ 102 w 278"/>
                <a:gd name="T9" fmla="*/ 248 h 248"/>
                <a:gd name="T10" fmla="*/ 176 w 278"/>
                <a:gd name="T11" fmla="*/ 248 h 248"/>
                <a:gd name="T12" fmla="*/ 278 w 278"/>
                <a:gd name="T13" fmla="*/ 0 h 248"/>
                <a:gd name="T14" fmla="*/ 200 w 278"/>
                <a:gd name="T1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6" name="Freeform 176">
              <a:extLst>
                <a:ext uri="{FF2B5EF4-FFF2-40B4-BE49-F238E27FC236}">
                  <a16:creationId xmlns:a16="http://schemas.microsoft.com/office/drawing/2014/main" id="{35FA21E2-2C38-2354-BD60-E706D6C9CB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7" name="Freeform 177">
              <a:extLst>
                <a:ext uri="{FF2B5EF4-FFF2-40B4-BE49-F238E27FC236}">
                  <a16:creationId xmlns:a16="http://schemas.microsoft.com/office/drawing/2014/main" id="{DC579F6A-FAF7-9D59-8407-C56EC6FBAC29}"/>
                </a:ext>
              </a:extLst>
            </p:cNvPr>
            <p:cNvSpPr/>
            <p:nvPr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224 w 224"/>
                <a:gd name="T1" fmla="*/ 259 h 322"/>
                <a:gd name="T2" fmla="*/ 69 w 224"/>
                <a:gd name="T3" fmla="*/ 259 h 322"/>
                <a:gd name="T4" fmla="*/ 69 w 224"/>
                <a:gd name="T5" fmla="*/ 0 h 322"/>
                <a:gd name="T6" fmla="*/ 0 w 224"/>
                <a:gd name="T7" fmla="*/ 0 h 322"/>
                <a:gd name="T8" fmla="*/ 0 w 224"/>
                <a:gd name="T9" fmla="*/ 322 h 322"/>
                <a:gd name="T10" fmla="*/ 224 w 224"/>
                <a:gd name="T11" fmla="*/ 322 h 322"/>
                <a:gd name="T12" fmla="*/ 224 w 224"/>
                <a:gd name="T13" fmla="*/ 25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8" name="Freeform 178">
              <a:extLst>
                <a:ext uri="{FF2B5EF4-FFF2-40B4-BE49-F238E27FC236}">
                  <a16:creationId xmlns:a16="http://schemas.microsoft.com/office/drawing/2014/main" id="{A55FC88B-16F7-D84E-2F69-90E8B738E4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09" name="Freeform 179">
              <a:extLst>
                <a:ext uri="{FF2B5EF4-FFF2-40B4-BE49-F238E27FC236}">
                  <a16:creationId xmlns:a16="http://schemas.microsoft.com/office/drawing/2014/main" id="{E2840E0B-107B-9393-5BA2-0A9B280FB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2043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0">
            <a:extLst>
              <a:ext uri="{FF2B5EF4-FFF2-40B4-BE49-F238E27FC236}">
                <a16:creationId xmlns:a16="http://schemas.microsoft.com/office/drawing/2014/main" id="{6066CD8E-423D-9C7F-936F-B1D0BACBD731}"/>
              </a:ext>
            </a:extLst>
          </p:cNvPr>
          <p:cNvGrpSpPr/>
          <p:nvPr userDrawn="1"/>
        </p:nvGrpSpPr>
        <p:grpSpPr>
          <a:xfrm>
            <a:off x="541190" y="2649538"/>
            <a:ext cx="9288143" cy="2092325"/>
            <a:chOff x="541049" y="2649538"/>
            <a:chExt cx="9285724" cy="2092325"/>
          </a:xfrm>
          <a:solidFill>
            <a:schemeClr val="tx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B7273695-9514-C400-0CDD-6E830B91EFEC}"/>
                </a:ext>
              </a:extLst>
            </p:cNvPr>
            <p:cNvSpPr/>
            <p:nvPr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609A751-4CE9-E422-3A45-9F5DCAE27F23}"/>
                </a:ext>
              </a:extLst>
            </p:cNvPr>
            <p:cNvSpPr/>
            <p:nvPr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1F5F0756-17EA-7782-5014-E2432A96F4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89B000F-AF7D-9DB0-37B2-BA740E85EF30}"/>
                </a:ext>
              </a:extLst>
            </p:cNvPr>
            <p:cNvSpPr/>
            <p:nvPr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47B43239-F371-66AC-E1A1-6B501744B6FE}"/>
                </a:ext>
              </a:extLst>
            </p:cNvPr>
            <p:cNvSpPr/>
            <p:nvPr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6064044-C5D0-20FB-6EA8-538672B18C95}"/>
                </a:ext>
              </a:extLst>
            </p:cNvPr>
            <p:cNvSpPr/>
            <p:nvPr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7BE6C69E-8A0C-1727-18F3-D35731DB9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0303A2-6002-0CB0-FA31-524504290B4A}"/>
              </a:ext>
            </a:extLst>
          </p:cNvPr>
          <p:cNvGrpSpPr/>
          <p:nvPr userDrawn="1"/>
        </p:nvGrpSpPr>
        <p:grpSpPr>
          <a:xfrm rot="16200000">
            <a:off x="10818191" y="3319794"/>
            <a:ext cx="2060313" cy="687305"/>
            <a:chOff x="12801600" y="2792413"/>
            <a:chExt cx="3070226" cy="1023937"/>
          </a:xfrm>
        </p:grpSpPr>
        <p:sp>
          <p:nvSpPr>
            <p:cNvPr id="18" name="Freeform 137">
              <a:extLst>
                <a:ext uri="{FF2B5EF4-FFF2-40B4-BE49-F238E27FC236}">
                  <a16:creationId xmlns:a16="http://schemas.microsoft.com/office/drawing/2014/main" id="{48A4C5FA-3A39-FBB5-9742-87C0007285FF}"/>
                </a:ext>
              </a:extLst>
            </p:cNvPr>
            <p:cNvSpPr/>
            <p:nvPr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295 w 296"/>
                <a:gd name="T1" fmla="*/ 0 h 185"/>
                <a:gd name="T2" fmla="*/ 0 w 296"/>
                <a:gd name="T3" fmla="*/ 2 h 185"/>
                <a:gd name="T4" fmla="*/ 108 w 296"/>
                <a:gd name="T5" fmla="*/ 185 h 185"/>
                <a:gd name="T6" fmla="*/ 295 w 296"/>
                <a:gd name="T7" fmla="*/ 128 h 185"/>
                <a:gd name="T8" fmla="*/ 296 w 296"/>
                <a:gd name="T9" fmla="*/ 128 h 185"/>
                <a:gd name="T10" fmla="*/ 296 w 296"/>
                <a:gd name="T11" fmla="*/ 0 h 185"/>
                <a:gd name="T12" fmla="*/ 295 w 296"/>
                <a:gd name="T1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19" name="Freeform 138">
              <a:extLst>
                <a:ext uri="{FF2B5EF4-FFF2-40B4-BE49-F238E27FC236}">
                  <a16:creationId xmlns:a16="http://schemas.microsoft.com/office/drawing/2014/main" id="{FCD46635-5FFC-36A0-BEA2-12DDC25D0D5D}"/>
                </a:ext>
              </a:extLst>
            </p:cNvPr>
            <p:cNvSpPr/>
            <p:nvPr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00 w 508"/>
                <a:gd name="T1" fmla="*/ 9 h 108"/>
                <a:gd name="T2" fmla="*/ 0 w 508"/>
                <a:gd name="T3" fmla="*/ 108 h 108"/>
                <a:gd name="T4" fmla="*/ 465 w 508"/>
                <a:gd name="T5" fmla="*/ 9 h 108"/>
                <a:gd name="T6" fmla="*/ 508 w 508"/>
                <a:gd name="T7" fmla="*/ 0 h 108"/>
                <a:gd name="T8" fmla="*/ 109 w 508"/>
                <a:gd name="T9" fmla="*/ 0 h 108"/>
                <a:gd name="T10" fmla="*/ 100 w 508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0" name="Freeform 139">
              <a:extLst>
                <a:ext uri="{FF2B5EF4-FFF2-40B4-BE49-F238E27FC236}">
                  <a16:creationId xmlns:a16="http://schemas.microsoft.com/office/drawing/2014/main" id="{6FC159D7-266C-76C6-90D4-CBE38A134561}"/>
                </a:ext>
              </a:extLst>
            </p:cNvPr>
            <p:cNvSpPr/>
            <p:nvPr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66 w 248"/>
                <a:gd name="T1" fmla="*/ 0 h 341"/>
                <a:gd name="T2" fmla="*/ 3 w 248"/>
                <a:gd name="T3" fmla="*/ 329 h 341"/>
                <a:gd name="T4" fmla="*/ 0 w 248"/>
                <a:gd name="T5" fmla="*/ 341 h 341"/>
                <a:gd name="T6" fmla="*/ 3 w 248"/>
                <a:gd name="T7" fmla="*/ 341 h 341"/>
                <a:gd name="T8" fmla="*/ 192 w 248"/>
                <a:gd name="T9" fmla="*/ 341 h 341"/>
                <a:gd name="T10" fmla="*/ 248 w 248"/>
                <a:gd name="T11" fmla="*/ 341 h 341"/>
                <a:gd name="T12" fmla="*/ 245 w 248"/>
                <a:gd name="T13" fmla="*/ 336 h 341"/>
                <a:gd name="T14" fmla="*/ 66 w 248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1" name="Freeform 140">
              <a:extLst>
                <a:ext uri="{FF2B5EF4-FFF2-40B4-BE49-F238E27FC236}">
                  <a16:creationId xmlns:a16="http://schemas.microsoft.com/office/drawing/2014/main" id="{A893F784-CEF8-A251-B11F-B159AEE724B9}"/>
                </a:ext>
              </a:extLst>
            </p:cNvPr>
            <p:cNvSpPr/>
            <p:nvPr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01 w 106"/>
                <a:gd name="T1" fmla="*/ 0 h 207"/>
                <a:gd name="T2" fmla="*/ 0 w 106"/>
                <a:gd name="T3" fmla="*/ 171 h 207"/>
                <a:gd name="T4" fmla="*/ 20 w 106"/>
                <a:gd name="T5" fmla="*/ 207 h 207"/>
                <a:gd name="T6" fmla="*/ 106 w 106"/>
                <a:gd name="T7" fmla="*/ 207 h 207"/>
                <a:gd name="T8" fmla="*/ 101 w 106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2" name="Freeform 141">
              <a:extLst>
                <a:ext uri="{FF2B5EF4-FFF2-40B4-BE49-F238E27FC236}">
                  <a16:creationId xmlns:a16="http://schemas.microsoft.com/office/drawing/2014/main" id="{805140FE-BBD6-F9CB-201A-1C47370B6C2C}"/>
                </a:ext>
              </a:extLst>
            </p:cNvPr>
            <p:cNvSpPr/>
            <p:nvPr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30 w 169"/>
                <a:gd name="T1" fmla="*/ 467 h 467"/>
                <a:gd name="T2" fmla="*/ 169 w 169"/>
                <a:gd name="T3" fmla="*/ 103 h 467"/>
                <a:gd name="T4" fmla="*/ 0 w 169"/>
                <a:gd name="T5" fmla="*/ 0 h 467"/>
                <a:gd name="T6" fmla="*/ 30 w 169"/>
                <a:gd name="T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3" name="Freeform 142">
              <a:extLst>
                <a:ext uri="{FF2B5EF4-FFF2-40B4-BE49-F238E27FC236}">
                  <a16:creationId xmlns:a16="http://schemas.microsoft.com/office/drawing/2014/main" id="{965062FB-DA52-78D7-BD59-230161098102}"/>
                </a:ext>
              </a:extLst>
            </p:cNvPr>
            <p:cNvSpPr/>
            <p:nvPr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82 h 341"/>
                <a:gd name="T2" fmla="*/ 0 w 73"/>
                <a:gd name="T3" fmla="*/ 341 h 341"/>
                <a:gd name="T4" fmla="*/ 6 w 73"/>
                <a:gd name="T5" fmla="*/ 341 h 341"/>
                <a:gd name="T6" fmla="*/ 7 w 73"/>
                <a:gd name="T7" fmla="*/ 341 h 341"/>
                <a:gd name="T8" fmla="*/ 10 w 73"/>
                <a:gd name="T9" fmla="*/ 329 h 341"/>
                <a:gd name="T10" fmla="*/ 73 w 73"/>
                <a:gd name="T11" fmla="*/ 0 h 341"/>
                <a:gd name="T12" fmla="*/ 10 w 73"/>
                <a:gd name="T13" fmla="*/ 71 h 341"/>
                <a:gd name="T14" fmla="*/ 0 w 73"/>
                <a:gd name="T15" fmla="*/ 8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4" name="Freeform 143">
              <a:extLst>
                <a:ext uri="{FF2B5EF4-FFF2-40B4-BE49-F238E27FC236}">
                  <a16:creationId xmlns:a16="http://schemas.microsoft.com/office/drawing/2014/main" id="{ACADDCE5-E8A0-5768-6BF2-A8E8820A26D5}"/>
                </a:ext>
              </a:extLst>
            </p:cNvPr>
            <p:cNvSpPr/>
            <p:nvPr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655 w 873"/>
                <a:gd name="T1" fmla="*/ 187 h 196"/>
                <a:gd name="T2" fmla="*/ 873 w 873"/>
                <a:gd name="T3" fmla="*/ 0 h 196"/>
                <a:gd name="T4" fmla="*/ 0 w 873"/>
                <a:gd name="T5" fmla="*/ 196 h 196"/>
                <a:gd name="T6" fmla="*/ 655 w 873"/>
                <a:gd name="T7" fmla="*/ 18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5" name="Freeform 144">
              <a:extLst>
                <a:ext uri="{FF2B5EF4-FFF2-40B4-BE49-F238E27FC236}">
                  <a16:creationId xmlns:a16="http://schemas.microsoft.com/office/drawing/2014/main" id="{A9E7D3D0-24BE-8948-E396-B1579FBB3E07}"/>
                </a:ext>
              </a:extLst>
            </p:cNvPr>
            <p:cNvSpPr/>
            <p:nvPr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513 w 518"/>
                <a:gd name="T1" fmla="*/ 0 h 575"/>
                <a:gd name="T2" fmla="*/ 505 w 518"/>
                <a:gd name="T3" fmla="*/ 9 h 575"/>
                <a:gd name="T4" fmla="*/ 499 w 518"/>
                <a:gd name="T5" fmla="*/ 16 h 575"/>
                <a:gd name="T6" fmla="*/ 0 w 518"/>
                <a:gd name="T7" fmla="*/ 575 h 575"/>
                <a:gd name="T8" fmla="*/ 410 w 518"/>
                <a:gd name="T9" fmla="*/ 246 h 575"/>
                <a:gd name="T10" fmla="*/ 512 w 518"/>
                <a:gd name="T11" fmla="*/ 14 h 575"/>
                <a:gd name="T12" fmla="*/ 514 w 518"/>
                <a:gd name="T13" fmla="*/ 9 h 575"/>
                <a:gd name="T14" fmla="*/ 518 w 518"/>
                <a:gd name="T15" fmla="*/ 0 h 575"/>
                <a:gd name="T16" fmla="*/ 513 w 518"/>
                <a:gd name="T17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6" name="Freeform 145">
              <a:extLst>
                <a:ext uri="{FF2B5EF4-FFF2-40B4-BE49-F238E27FC236}">
                  <a16:creationId xmlns:a16="http://schemas.microsoft.com/office/drawing/2014/main" id="{A465DD8F-601B-B825-881E-99EA862A5ED9}"/>
                </a:ext>
              </a:extLst>
            </p:cNvPr>
            <p:cNvSpPr/>
            <p:nvPr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52 h 83"/>
                <a:gd name="T4" fmla="*/ 10 w 73"/>
                <a:gd name="T5" fmla="*/ 56 h 83"/>
                <a:gd name="T6" fmla="*/ 73 w 73"/>
                <a:gd name="T7" fmla="*/ 83 h 83"/>
                <a:gd name="T8" fmla="*/ 10 w 73"/>
                <a:gd name="T9" fmla="*/ 11 h 83"/>
                <a:gd name="T10" fmla="*/ 0 w 73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7" name="Freeform 146">
              <a:extLst>
                <a:ext uri="{FF2B5EF4-FFF2-40B4-BE49-F238E27FC236}">
                  <a16:creationId xmlns:a16="http://schemas.microsoft.com/office/drawing/2014/main" id="{984E661D-16D1-3972-BDD5-D1B541F17859}"/>
                </a:ext>
              </a:extLst>
            </p:cNvPr>
            <p:cNvSpPr/>
            <p:nvPr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404 w 405"/>
                <a:gd name="T1" fmla="*/ 0 h 86"/>
                <a:gd name="T2" fmla="*/ 40 w 405"/>
                <a:gd name="T3" fmla="*/ 0 h 86"/>
                <a:gd name="T4" fmla="*/ 0 w 405"/>
                <a:gd name="T5" fmla="*/ 0 h 86"/>
                <a:gd name="T6" fmla="*/ 14 w 405"/>
                <a:gd name="T7" fmla="*/ 4 h 86"/>
                <a:gd name="T8" fmla="*/ 30 w 405"/>
                <a:gd name="T9" fmla="*/ 9 h 86"/>
                <a:gd name="T10" fmla="*/ 290 w 405"/>
                <a:gd name="T11" fmla="*/ 86 h 86"/>
                <a:gd name="T12" fmla="*/ 404 w 405"/>
                <a:gd name="T13" fmla="*/ 44 h 86"/>
                <a:gd name="T14" fmla="*/ 405 w 405"/>
                <a:gd name="T15" fmla="*/ 43 h 86"/>
                <a:gd name="T16" fmla="*/ 405 w 405"/>
                <a:gd name="T17" fmla="*/ 9 h 86"/>
                <a:gd name="T18" fmla="*/ 405 w 405"/>
                <a:gd name="T19" fmla="*/ 0 h 86"/>
                <a:gd name="T20" fmla="*/ 404 w 405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8" name="Freeform 147">
              <a:extLst>
                <a:ext uri="{FF2B5EF4-FFF2-40B4-BE49-F238E27FC236}">
                  <a16:creationId xmlns:a16="http://schemas.microsoft.com/office/drawing/2014/main" id="{23659194-1EBC-516B-F0B8-42191B9EB849}"/>
                </a:ext>
              </a:extLst>
            </p:cNvPr>
            <p:cNvSpPr/>
            <p:nvPr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9 h 280"/>
                <a:gd name="T2" fmla="*/ 903 w 903"/>
                <a:gd name="T3" fmla="*/ 280 h 280"/>
                <a:gd name="T4" fmla="*/ 655 w 903"/>
                <a:gd name="T5" fmla="*/ 0 h 280"/>
                <a:gd name="T6" fmla="*/ 0 w 903"/>
                <a:gd name="T7" fmla="*/ 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29" name="Freeform 148">
              <a:extLst>
                <a:ext uri="{FF2B5EF4-FFF2-40B4-BE49-F238E27FC236}">
                  <a16:creationId xmlns:a16="http://schemas.microsoft.com/office/drawing/2014/main" id="{514960B7-88D3-17B5-8E60-C183D64A4F41}"/>
                </a:ext>
              </a:extLst>
            </p:cNvPr>
            <p:cNvSpPr/>
            <p:nvPr/>
          </p:nvSpPr>
          <p:spPr bwMode="auto">
            <a:xfrm>
              <a:off x="14303375" y="2792413"/>
              <a:ext cx="173038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0" name="Freeform 149">
              <a:extLst>
                <a:ext uri="{FF2B5EF4-FFF2-40B4-BE49-F238E27FC236}">
                  <a16:creationId xmlns:a16="http://schemas.microsoft.com/office/drawing/2014/main" id="{25828E65-CA5D-CB46-2D10-35AEEB6A41B1}"/>
                </a:ext>
              </a:extLst>
            </p:cNvPr>
            <p:cNvSpPr/>
            <p:nvPr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561 w 662"/>
                <a:gd name="T1" fmla="*/ 171 h 171"/>
                <a:gd name="T2" fmla="*/ 662 w 662"/>
                <a:gd name="T3" fmla="*/ 0 h 171"/>
                <a:gd name="T4" fmla="*/ 0 w 662"/>
                <a:gd name="T5" fmla="*/ 137 h 171"/>
                <a:gd name="T6" fmla="*/ 561 w 662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1" name="Freeform 150">
              <a:extLst>
                <a:ext uri="{FF2B5EF4-FFF2-40B4-BE49-F238E27FC236}">
                  <a16:creationId xmlns:a16="http://schemas.microsoft.com/office/drawing/2014/main" id="{AAA53D3A-E409-CCC8-0015-E58EF0614BD6}"/>
                </a:ext>
              </a:extLst>
            </p:cNvPr>
            <p:cNvSpPr/>
            <p:nvPr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29 h 82"/>
                <a:gd name="T2" fmla="*/ 0 w 73"/>
                <a:gd name="T3" fmla="*/ 82 h 82"/>
                <a:gd name="T4" fmla="*/ 10 w 73"/>
                <a:gd name="T5" fmla="*/ 71 h 82"/>
                <a:gd name="T6" fmla="*/ 73 w 73"/>
                <a:gd name="T7" fmla="*/ 0 h 82"/>
                <a:gd name="T8" fmla="*/ 10 w 73"/>
                <a:gd name="T9" fmla="*/ 25 h 82"/>
                <a:gd name="T10" fmla="*/ 0 w 73"/>
                <a:gd name="T1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2" name="Freeform 151">
              <a:extLst>
                <a:ext uri="{FF2B5EF4-FFF2-40B4-BE49-F238E27FC236}">
                  <a16:creationId xmlns:a16="http://schemas.microsoft.com/office/drawing/2014/main" id="{C0CAF49E-236D-2C52-3F5D-F43492FF01F6}"/>
                </a:ext>
              </a:extLst>
            </p:cNvPr>
            <p:cNvSpPr/>
            <p:nvPr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203 w 203"/>
                <a:gd name="T1" fmla="*/ 0 h 304"/>
                <a:gd name="T2" fmla="*/ 0 w 203"/>
                <a:gd name="T3" fmla="*/ 0 h 304"/>
                <a:gd name="T4" fmla="*/ 0 w 203"/>
                <a:gd name="T5" fmla="*/ 98 h 304"/>
                <a:gd name="T6" fmla="*/ 10 w 203"/>
                <a:gd name="T7" fmla="*/ 126 h 304"/>
                <a:gd name="T8" fmla="*/ 73 w 203"/>
                <a:gd name="T9" fmla="*/ 304 h 304"/>
                <a:gd name="T10" fmla="*/ 199 w 203"/>
                <a:gd name="T11" fmla="*/ 9 h 304"/>
                <a:gd name="T12" fmla="*/ 203 w 203"/>
                <a:gd name="T1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3" name="Freeform 152">
              <a:extLst>
                <a:ext uri="{FF2B5EF4-FFF2-40B4-BE49-F238E27FC236}">
                  <a16:creationId xmlns:a16="http://schemas.microsoft.com/office/drawing/2014/main" id="{77CBD551-1013-DC17-056D-2F80599A9408}"/>
                </a:ext>
              </a:extLst>
            </p:cNvPr>
            <p:cNvSpPr/>
            <p:nvPr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490 w 513"/>
                <a:gd name="T1" fmla="*/ 9 h 575"/>
                <a:gd name="T2" fmla="*/ 468 w 513"/>
                <a:gd name="T3" fmla="*/ 22 h 575"/>
                <a:gd name="T4" fmla="*/ 139 w 513"/>
                <a:gd name="T5" fmla="*/ 211 h 575"/>
                <a:gd name="T6" fmla="*/ 0 w 513"/>
                <a:gd name="T7" fmla="*/ 575 h 575"/>
                <a:gd name="T8" fmla="*/ 499 w 513"/>
                <a:gd name="T9" fmla="*/ 16 h 575"/>
                <a:gd name="T10" fmla="*/ 505 w 513"/>
                <a:gd name="T11" fmla="*/ 9 h 575"/>
                <a:gd name="T12" fmla="*/ 513 w 513"/>
                <a:gd name="T13" fmla="*/ 0 h 575"/>
                <a:gd name="T14" fmla="*/ 505 w 513"/>
                <a:gd name="T15" fmla="*/ 0 h 575"/>
                <a:gd name="T16" fmla="*/ 490 w 513"/>
                <a:gd name="T17" fmla="*/ 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4" name="Freeform 153">
              <a:extLst>
                <a:ext uri="{FF2B5EF4-FFF2-40B4-BE49-F238E27FC236}">
                  <a16:creationId xmlns:a16="http://schemas.microsoft.com/office/drawing/2014/main" id="{4176ED25-F10E-BB14-46B6-4AA74C6D0307}"/>
                </a:ext>
              </a:extLst>
            </p:cNvPr>
            <p:cNvSpPr/>
            <p:nvPr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58 w 318"/>
                <a:gd name="T1" fmla="*/ 9 h 438"/>
                <a:gd name="T2" fmla="*/ 42 w 318"/>
                <a:gd name="T3" fmla="*/ 4 h 438"/>
                <a:gd name="T4" fmla="*/ 28 w 318"/>
                <a:gd name="T5" fmla="*/ 0 h 438"/>
                <a:gd name="T6" fmla="*/ 0 w 318"/>
                <a:gd name="T7" fmla="*/ 0 h 438"/>
                <a:gd name="T8" fmla="*/ 3 w 318"/>
                <a:gd name="T9" fmla="*/ 9 h 438"/>
                <a:gd name="T10" fmla="*/ 3 w 318"/>
                <a:gd name="T11" fmla="*/ 11 h 438"/>
                <a:gd name="T12" fmla="*/ 137 w 318"/>
                <a:gd name="T13" fmla="*/ 438 h 438"/>
                <a:gd name="T14" fmla="*/ 318 w 318"/>
                <a:gd name="T15" fmla="*/ 86 h 438"/>
                <a:gd name="T16" fmla="*/ 58 w 318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5" name="Freeform 154">
              <a:extLst>
                <a:ext uri="{FF2B5EF4-FFF2-40B4-BE49-F238E27FC236}">
                  <a16:creationId xmlns:a16="http://schemas.microsoft.com/office/drawing/2014/main" id="{03CF8667-2079-A923-797E-DED6CEF20E1C}"/>
                </a:ext>
              </a:extLst>
            </p:cNvPr>
            <p:cNvSpPr/>
            <p:nvPr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403 w 403"/>
                <a:gd name="T1" fmla="*/ 70 h 70"/>
                <a:gd name="T2" fmla="*/ 224 w 403"/>
                <a:gd name="T3" fmla="*/ 0 h 70"/>
                <a:gd name="T4" fmla="*/ 0 w 403"/>
                <a:gd name="T5" fmla="*/ 70 h 70"/>
                <a:gd name="T6" fmla="*/ 403 w 403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6" name="Freeform 155">
              <a:extLst>
                <a:ext uri="{FF2B5EF4-FFF2-40B4-BE49-F238E27FC236}">
                  <a16:creationId xmlns:a16="http://schemas.microsoft.com/office/drawing/2014/main" id="{A8C5CC34-65AD-1C54-4BB7-1F515AA54A1D}"/>
                </a:ext>
              </a:extLst>
            </p:cNvPr>
            <p:cNvSpPr/>
            <p:nvPr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22 h 205"/>
                <a:gd name="T4" fmla="*/ 10 w 73"/>
                <a:gd name="T5" fmla="*/ 133 h 205"/>
                <a:gd name="T6" fmla="*/ 73 w 73"/>
                <a:gd name="T7" fmla="*/ 205 h 205"/>
                <a:gd name="T8" fmla="*/ 10 w 73"/>
                <a:gd name="T9" fmla="*/ 28 h 205"/>
                <a:gd name="T10" fmla="*/ 0 w 73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7" name="Freeform 156">
              <a:extLst>
                <a:ext uri="{FF2B5EF4-FFF2-40B4-BE49-F238E27FC236}">
                  <a16:creationId xmlns:a16="http://schemas.microsoft.com/office/drawing/2014/main" id="{0F5E1E2B-B487-74F6-83F2-9B9529CD06FB}"/>
                </a:ext>
              </a:extLst>
            </p:cNvPr>
            <p:cNvSpPr/>
            <p:nvPr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236 w 375"/>
                <a:gd name="T1" fmla="*/ 9 h 108"/>
                <a:gd name="T2" fmla="*/ 223 w 375"/>
                <a:gd name="T3" fmla="*/ 0 h 108"/>
                <a:gd name="T4" fmla="*/ 0 w 375"/>
                <a:gd name="T5" fmla="*/ 0 h 108"/>
                <a:gd name="T6" fmla="*/ 31 w 375"/>
                <a:gd name="T7" fmla="*/ 9 h 108"/>
                <a:gd name="T8" fmla="*/ 375 w 375"/>
                <a:gd name="T9" fmla="*/ 108 h 108"/>
                <a:gd name="T10" fmla="*/ 236 w 375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8" name="Freeform 157">
              <a:extLst>
                <a:ext uri="{FF2B5EF4-FFF2-40B4-BE49-F238E27FC236}">
                  <a16:creationId xmlns:a16="http://schemas.microsoft.com/office/drawing/2014/main" id="{C2213C3F-9BCB-D178-753F-883CE2D1B255}"/>
                </a:ext>
              </a:extLst>
            </p:cNvPr>
            <p:cNvSpPr/>
            <p:nvPr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295 w 296"/>
                <a:gd name="T1" fmla="*/ 1 h 395"/>
                <a:gd name="T2" fmla="*/ 181 w 296"/>
                <a:gd name="T3" fmla="*/ 43 h 395"/>
                <a:gd name="T4" fmla="*/ 0 w 296"/>
                <a:gd name="T5" fmla="*/ 395 h 395"/>
                <a:gd name="T6" fmla="*/ 295 w 296"/>
                <a:gd name="T7" fmla="*/ 120 h 395"/>
                <a:gd name="T8" fmla="*/ 296 w 296"/>
                <a:gd name="T9" fmla="*/ 119 h 395"/>
                <a:gd name="T10" fmla="*/ 296 w 296"/>
                <a:gd name="T11" fmla="*/ 0 h 395"/>
                <a:gd name="T12" fmla="*/ 295 w 296"/>
                <a:gd name="T13" fmla="*/ 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39" name="Freeform 158">
              <a:extLst>
                <a:ext uri="{FF2B5EF4-FFF2-40B4-BE49-F238E27FC236}">
                  <a16:creationId xmlns:a16="http://schemas.microsoft.com/office/drawing/2014/main" id="{82835A51-AF8F-0A38-2B4F-38D78D65CC77}"/>
                </a:ext>
              </a:extLst>
            </p:cNvPr>
            <p:cNvSpPr/>
            <p:nvPr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13 w 201"/>
                <a:gd name="T1" fmla="*/ 57 h 81"/>
                <a:gd name="T2" fmla="*/ 0 w 201"/>
                <a:gd name="T3" fmla="*/ 81 h 81"/>
                <a:gd name="T4" fmla="*/ 200 w 201"/>
                <a:gd name="T5" fmla="*/ 81 h 81"/>
                <a:gd name="T6" fmla="*/ 201 w 201"/>
                <a:gd name="T7" fmla="*/ 81 h 81"/>
                <a:gd name="T8" fmla="*/ 201 w 201"/>
                <a:gd name="T9" fmla="*/ 0 h 81"/>
                <a:gd name="T10" fmla="*/ 200 w 201"/>
                <a:gd name="T11" fmla="*/ 0 h 81"/>
                <a:gd name="T12" fmla="*/ 13 w 201"/>
                <a:gd name="T1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0" name="Freeform 159">
              <a:extLst>
                <a:ext uri="{FF2B5EF4-FFF2-40B4-BE49-F238E27FC236}">
                  <a16:creationId xmlns:a16="http://schemas.microsoft.com/office/drawing/2014/main" id="{0AAE38DC-3D02-8778-0399-03A0E8F77F77}"/>
                </a:ext>
              </a:extLst>
            </p:cNvPr>
            <p:cNvSpPr/>
            <p:nvPr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436 w 660"/>
                <a:gd name="T1" fmla="*/ 70 h 70"/>
                <a:gd name="T2" fmla="*/ 660 w 660"/>
                <a:gd name="T3" fmla="*/ 0 h 70"/>
                <a:gd name="T4" fmla="*/ 0 w 660"/>
                <a:gd name="T5" fmla="*/ 70 h 70"/>
                <a:gd name="T6" fmla="*/ 436 w 66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1" name="Freeform 160">
              <a:extLst>
                <a:ext uri="{FF2B5EF4-FFF2-40B4-BE49-F238E27FC236}">
                  <a16:creationId xmlns:a16="http://schemas.microsoft.com/office/drawing/2014/main" id="{A0168786-C9ED-F61A-B61E-B36F6E3FCD5F}"/>
                </a:ext>
              </a:extLst>
            </p:cNvPr>
            <p:cNvSpPr/>
            <p:nvPr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350 w 350"/>
                <a:gd name="T1" fmla="*/ 0 h 304"/>
                <a:gd name="T2" fmla="*/ 130 w 350"/>
                <a:gd name="T3" fmla="*/ 0 h 304"/>
                <a:gd name="T4" fmla="*/ 126 w 350"/>
                <a:gd name="T5" fmla="*/ 9 h 304"/>
                <a:gd name="T6" fmla="*/ 0 w 350"/>
                <a:gd name="T7" fmla="*/ 304 h 304"/>
                <a:gd name="T8" fmla="*/ 339 w 350"/>
                <a:gd name="T9" fmla="*/ 9 h 304"/>
                <a:gd name="T10" fmla="*/ 350 w 350"/>
                <a:gd name="T11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2" name="Freeform 161">
              <a:extLst>
                <a:ext uri="{FF2B5EF4-FFF2-40B4-BE49-F238E27FC236}">
                  <a16:creationId xmlns:a16="http://schemas.microsoft.com/office/drawing/2014/main" id="{0BAC022E-0D7C-F79A-A823-7BAF1EE647EC}"/>
                </a:ext>
              </a:extLst>
            </p:cNvPr>
            <p:cNvSpPr/>
            <p:nvPr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295 w 296"/>
                <a:gd name="T1" fmla="*/ 0 h 133"/>
                <a:gd name="T2" fmla="*/ 0 w 296"/>
                <a:gd name="T3" fmla="*/ 133 h 133"/>
                <a:gd name="T4" fmla="*/ 295 w 296"/>
                <a:gd name="T5" fmla="*/ 131 h 133"/>
                <a:gd name="T6" fmla="*/ 296 w 296"/>
                <a:gd name="T7" fmla="*/ 131 h 133"/>
                <a:gd name="T8" fmla="*/ 296 w 296"/>
                <a:gd name="T9" fmla="*/ 0 h 133"/>
                <a:gd name="T10" fmla="*/ 295 w 296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3" name="Freeform 162">
              <a:extLst>
                <a:ext uri="{FF2B5EF4-FFF2-40B4-BE49-F238E27FC236}">
                  <a16:creationId xmlns:a16="http://schemas.microsoft.com/office/drawing/2014/main" id="{C8E27B10-D59A-4890-C5E0-4931891BF3A5}"/>
                </a:ext>
              </a:extLst>
            </p:cNvPr>
            <p:cNvSpPr/>
            <p:nvPr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498 w 535"/>
                <a:gd name="T1" fmla="*/ 22 h 211"/>
                <a:gd name="T2" fmla="*/ 520 w 535"/>
                <a:gd name="T3" fmla="*/ 9 h 211"/>
                <a:gd name="T4" fmla="*/ 535 w 535"/>
                <a:gd name="T5" fmla="*/ 0 h 211"/>
                <a:gd name="T6" fmla="*/ 508 w 535"/>
                <a:gd name="T7" fmla="*/ 0 h 211"/>
                <a:gd name="T8" fmla="*/ 465 w 535"/>
                <a:gd name="T9" fmla="*/ 9 h 211"/>
                <a:gd name="T10" fmla="*/ 0 w 535"/>
                <a:gd name="T11" fmla="*/ 108 h 211"/>
                <a:gd name="T12" fmla="*/ 169 w 535"/>
                <a:gd name="T13" fmla="*/ 211 h 211"/>
                <a:gd name="T14" fmla="*/ 498 w 535"/>
                <a:gd name="T15" fmla="*/ 2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4" name="Freeform 163">
              <a:extLst>
                <a:ext uri="{FF2B5EF4-FFF2-40B4-BE49-F238E27FC236}">
                  <a16:creationId xmlns:a16="http://schemas.microsoft.com/office/drawing/2014/main" id="{3838D0D5-1773-9EF5-DDEE-CF99B9BC3EF3}"/>
                </a:ext>
              </a:extLst>
            </p:cNvPr>
            <p:cNvSpPr/>
            <p:nvPr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47 w 47"/>
                <a:gd name="T1" fmla="*/ 0 h 108"/>
                <a:gd name="T2" fmla="*/ 0 w 47"/>
                <a:gd name="T3" fmla="*/ 0 h 108"/>
                <a:gd name="T4" fmla="*/ 2 w 47"/>
                <a:gd name="T5" fmla="*/ 9 h 108"/>
                <a:gd name="T6" fmla="*/ 21 w 47"/>
                <a:gd name="T7" fmla="*/ 108 h 108"/>
                <a:gd name="T8" fmla="*/ 45 w 47"/>
                <a:gd name="T9" fmla="*/ 9 h 108"/>
                <a:gd name="T10" fmla="*/ 47 w 4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5" name="Freeform 164">
              <a:extLst>
                <a:ext uri="{FF2B5EF4-FFF2-40B4-BE49-F238E27FC236}">
                  <a16:creationId xmlns:a16="http://schemas.microsoft.com/office/drawing/2014/main" id="{B8D0974D-BAB3-6615-176A-99F0D90B4CEA}"/>
                </a:ext>
              </a:extLst>
            </p:cNvPr>
            <p:cNvSpPr/>
            <p:nvPr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329 h 329"/>
                <a:gd name="T2" fmla="*/ 662 w 662"/>
                <a:gd name="T3" fmla="*/ 192 h 329"/>
                <a:gd name="T4" fmla="*/ 410 w 662"/>
                <a:gd name="T5" fmla="*/ 0 h 329"/>
                <a:gd name="T6" fmla="*/ 0 w 662"/>
                <a:gd name="T7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6" name="Freeform 165">
              <a:extLst>
                <a:ext uri="{FF2B5EF4-FFF2-40B4-BE49-F238E27FC236}">
                  <a16:creationId xmlns:a16="http://schemas.microsoft.com/office/drawing/2014/main" id="{201CD020-F3FE-36D5-DF50-C83B8D09D7A5}"/>
                </a:ext>
              </a:extLst>
            </p:cNvPr>
            <p:cNvSpPr/>
            <p:nvPr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95 w 108"/>
                <a:gd name="T1" fmla="*/ 207 h 207"/>
                <a:gd name="T2" fmla="*/ 108 w 108"/>
                <a:gd name="T3" fmla="*/ 183 h 207"/>
                <a:gd name="T4" fmla="*/ 0 w 108"/>
                <a:gd name="T5" fmla="*/ 0 h 207"/>
                <a:gd name="T6" fmla="*/ 5 w 108"/>
                <a:gd name="T7" fmla="*/ 207 h 207"/>
                <a:gd name="T8" fmla="*/ 95 w 108"/>
                <a:gd name="T9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7" name="Freeform 166">
              <a:extLst>
                <a:ext uri="{FF2B5EF4-FFF2-40B4-BE49-F238E27FC236}">
                  <a16:creationId xmlns:a16="http://schemas.microsoft.com/office/drawing/2014/main" id="{64E8F9AA-D24A-8588-06A7-4056C5EA717C}"/>
                </a:ext>
              </a:extLst>
            </p:cNvPr>
            <p:cNvSpPr/>
            <p:nvPr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187 h 467"/>
                <a:gd name="T2" fmla="*/ 248 w 248"/>
                <a:gd name="T3" fmla="*/ 467 h 467"/>
                <a:gd name="T4" fmla="*/ 218 w 248"/>
                <a:gd name="T5" fmla="*/ 0 h 467"/>
                <a:gd name="T6" fmla="*/ 0 w 248"/>
                <a:gd name="T7" fmla="*/ 18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8" name="Freeform 167">
              <a:extLst>
                <a:ext uri="{FF2B5EF4-FFF2-40B4-BE49-F238E27FC236}">
                  <a16:creationId xmlns:a16="http://schemas.microsoft.com/office/drawing/2014/main" id="{1ACE1A34-643F-09CF-17CB-B6EEA645FF54}"/>
                </a:ext>
              </a:extLst>
            </p:cNvPr>
            <p:cNvSpPr/>
            <p:nvPr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60 h 60"/>
                <a:gd name="T4" fmla="*/ 10 w 73"/>
                <a:gd name="T5" fmla="*/ 56 h 60"/>
                <a:gd name="T6" fmla="*/ 73 w 73"/>
                <a:gd name="T7" fmla="*/ 31 h 60"/>
                <a:gd name="T8" fmla="*/ 10 w 73"/>
                <a:gd name="T9" fmla="*/ 4 h 60"/>
                <a:gd name="T10" fmla="*/ 0 w 7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49" name="Freeform 168">
              <a:extLst>
                <a:ext uri="{FF2B5EF4-FFF2-40B4-BE49-F238E27FC236}">
                  <a16:creationId xmlns:a16="http://schemas.microsoft.com/office/drawing/2014/main" id="{12773903-519B-4E1E-24A2-72A1E1D7C3D1}"/>
                </a:ext>
              </a:extLst>
            </p:cNvPr>
            <p:cNvSpPr/>
            <p:nvPr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498 w 873"/>
                <a:gd name="T1" fmla="*/ 0 h 304"/>
                <a:gd name="T2" fmla="*/ 351 w 873"/>
                <a:gd name="T3" fmla="*/ 0 h 304"/>
                <a:gd name="T4" fmla="*/ 350 w 873"/>
                <a:gd name="T5" fmla="*/ 0 h 304"/>
                <a:gd name="T6" fmla="*/ 339 w 873"/>
                <a:gd name="T7" fmla="*/ 9 h 304"/>
                <a:gd name="T8" fmla="*/ 0 w 873"/>
                <a:gd name="T9" fmla="*/ 304 h 304"/>
                <a:gd name="T10" fmla="*/ 873 w 873"/>
                <a:gd name="T11" fmla="*/ 108 h 304"/>
                <a:gd name="T12" fmla="*/ 529 w 873"/>
                <a:gd name="T13" fmla="*/ 9 h 304"/>
                <a:gd name="T14" fmla="*/ 498 w 873"/>
                <a:gd name="T1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0" name="Freeform 169">
              <a:extLst>
                <a:ext uri="{FF2B5EF4-FFF2-40B4-BE49-F238E27FC236}">
                  <a16:creationId xmlns:a16="http://schemas.microsoft.com/office/drawing/2014/main" id="{E8D8955A-1AA4-2BE4-1E09-B875C3DB657D}"/>
                </a:ext>
              </a:extLst>
            </p:cNvPr>
            <p:cNvSpPr/>
            <p:nvPr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295 w 296"/>
                <a:gd name="T1" fmla="*/ 1 h 276"/>
                <a:gd name="T2" fmla="*/ 0 w 296"/>
                <a:gd name="T3" fmla="*/ 276 h 276"/>
                <a:gd name="T4" fmla="*/ 295 w 296"/>
                <a:gd name="T5" fmla="*/ 143 h 276"/>
                <a:gd name="T6" fmla="*/ 296 w 296"/>
                <a:gd name="T7" fmla="*/ 143 h 276"/>
                <a:gd name="T8" fmla="*/ 296 w 296"/>
                <a:gd name="T9" fmla="*/ 0 h 276"/>
                <a:gd name="T10" fmla="*/ 295 w 296"/>
                <a:gd name="T11" fmla="*/ 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1" name="Freeform 170">
              <a:extLst>
                <a:ext uri="{FF2B5EF4-FFF2-40B4-BE49-F238E27FC236}">
                  <a16:creationId xmlns:a16="http://schemas.microsoft.com/office/drawing/2014/main" id="{7C66DA7B-8AB9-C5FA-663B-D183289AD306}"/>
                </a:ext>
              </a:extLst>
            </p:cNvPr>
            <p:cNvSpPr/>
            <p:nvPr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18 w 252"/>
                <a:gd name="T1" fmla="*/ 9 h 438"/>
                <a:gd name="T2" fmla="*/ 115 w 252"/>
                <a:gd name="T3" fmla="*/ 0 h 438"/>
                <a:gd name="T4" fmla="*/ 108 w 252"/>
                <a:gd name="T5" fmla="*/ 0 h 438"/>
                <a:gd name="T6" fmla="*/ 104 w 252"/>
                <a:gd name="T7" fmla="*/ 9 h 438"/>
                <a:gd name="T8" fmla="*/ 102 w 252"/>
                <a:gd name="T9" fmla="*/ 14 h 438"/>
                <a:gd name="T10" fmla="*/ 0 w 252"/>
                <a:gd name="T11" fmla="*/ 246 h 438"/>
                <a:gd name="T12" fmla="*/ 252 w 252"/>
                <a:gd name="T13" fmla="*/ 438 h 438"/>
                <a:gd name="T14" fmla="*/ 118 w 252"/>
                <a:gd name="T15" fmla="*/ 11 h 438"/>
                <a:gd name="T16" fmla="*/ 118 w 252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2" name="Freeform 171">
              <a:extLst>
                <a:ext uri="{FF2B5EF4-FFF2-40B4-BE49-F238E27FC236}">
                  <a16:creationId xmlns:a16="http://schemas.microsoft.com/office/drawing/2014/main" id="{9CDC4A37-2FF2-3FC8-0625-4FBCCDDE1D6E}"/>
                </a:ext>
              </a:extLst>
            </p:cNvPr>
            <p:cNvSpPr/>
            <p:nvPr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179 w 581"/>
                <a:gd name="T3" fmla="*/ 70 h 70"/>
                <a:gd name="T4" fmla="*/ 581 w 581"/>
                <a:gd name="T5" fmla="*/ 70 h 70"/>
                <a:gd name="T6" fmla="*/ 561 w 581"/>
                <a:gd name="T7" fmla="*/ 34 h 70"/>
                <a:gd name="T8" fmla="*/ 0 w 581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3" name="Freeform 172">
              <a:extLst>
                <a:ext uri="{FF2B5EF4-FFF2-40B4-BE49-F238E27FC236}">
                  <a16:creationId xmlns:a16="http://schemas.microsoft.com/office/drawing/2014/main" id="{59412B45-900C-FC2F-7118-627C37AEB36F}"/>
                </a:ext>
              </a:extLst>
            </p:cNvPr>
            <p:cNvSpPr/>
            <p:nvPr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179 w 903"/>
                <a:gd name="T1" fmla="*/ 336 h 341"/>
                <a:gd name="T2" fmla="*/ 182 w 903"/>
                <a:gd name="T3" fmla="*/ 341 h 341"/>
                <a:gd name="T4" fmla="*/ 243 w 903"/>
                <a:gd name="T5" fmla="*/ 341 h 341"/>
                <a:gd name="T6" fmla="*/ 903 w 903"/>
                <a:gd name="T7" fmla="*/ 271 h 341"/>
                <a:gd name="T8" fmla="*/ 0 w 903"/>
                <a:gd name="T9" fmla="*/ 0 h 341"/>
                <a:gd name="T10" fmla="*/ 179 w 903"/>
                <a:gd name="T11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4" name="Freeform 173">
              <a:extLst>
                <a:ext uri="{FF2B5EF4-FFF2-40B4-BE49-F238E27FC236}">
                  <a16:creationId xmlns:a16="http://schemas.microsoft.com/office/drawing/2014/main" id="{4C54BB48-26BF-3C18-8C32-BF88922BB2EE}"/>
                </a:ext>
              </a:extLst>
            </p:cNvPr>
            <p:cNvSpPr/>
            <p:nvPr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152 w 152"/>
                <a:gd name="T1" fmla="*/ 108 h 108"/>
                <a:gd name="T2" fmla="*/ 133 w 152"/>
                <a:gd name="T3" fmla="*/ 9 h 108"/>
                <a:gd name="T4" fmla="*/ 131 w 152"/>
                <a:gd name="T5" fmla="*/ 0 h 108"/>
                <a:gd name="T6" fmla="*/ 0 w 152"/>
                <a:gd name="T7" fmla="*/ 0 h 108"/>
                <a:gd name="T8" fmla="*/ 13 w 152"/>
                <a:gd name="T9" fmla="*/ 9 h 108"/>
                <a:gd name="T10" fmla="*/ 152 w 152"/>
                <a:gd name="T1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5" name="Freeform 174">
              <a:extLst>
                <a:ext uri="{FF2B5EF4-FFF2-40B4-BE49-F238E27FC236}">
                  <a16:creationId xmlns:a16="http://schemas.microsoft.com/office/drawing/2014/main" id="{7A5D934D-5E45-57F8-B499-36DAA75DF123}"/>
                </a:ext>
              </a:extLst>
            </p:cNvPr>
            <p:cNvSpPr/>
            <p:nvPr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6" name="Freeform 175">
              <a:extLst>
                <a:ext uri="{FF2B5EF4-FFF2-40B4-BE49-F238E27FC236}">
                  <a16:creationId xmlns:a16="http://schemas.microsoft.com/office/drawing/2014/main" id="{176D3C7D-1F73-4C8C-6CB8-690D4CEF0AA0}"/>
                </a:ext>
              </a:extLst>
            </p:cNvPr>
            <p:cNvSpPr/>
            <p:nvPr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200 w 278"/>
                <a:gd name="T1" fmla="*/ 0 h 248"/>
                <a:gd name="T2" fmla="*/ 139 w 278"/>
                <a:gd name="T3" fmla="*/ 169 h 248"/>
                <a:gd name="T4" fmla="*/ 77 w 278"/>
                <a:gd name="T5" fmla="*/ 0 h 248"/>
                <a:gd name="T6" fmla="*/ 0 w 278"/>
                <a:gd name="T7" fmla="*/ 0 h 248"/>
                <a:gd name="T8" fmla="*/ 102 w 278"/>
                <a:gd name="T9" fmla="*/ 248 h 248"/>
                <a:gd name="T10" fmla="*/ 176 w 278"/>
                <a:gd name="T11" fmla="*/ 248 h 248"/>
                <a:gd name="T12" fmla="*/ 278 w 278"/>
                <a:gd name="T13" fmla="*/ 0 h 248"/>
                <a:gd name="T14" fmla="*/ 200 w 278"/>
                <a:gd name="T1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7" name="Freeform 176">
              <a:extLst>
                <a:ext uri="{FF2B5EF4-FFF2-40B4-BE49-F238E27FC236}">
                  <a16:creationId xmlns:a16="http://schemas.microsoft.com/office/drawing/2014/main" id="{F6E9B18C-0E19-1629-217B-25A2889E64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8" name="Freeform 177">
              <a:extLst>
                <a:ext uri="{FF2B5EF4-FFF2-40B4-BE49-F238E27FC236}">
                  <a16:creationId xmlns:a16="http://schemas.microsoft.com/office/drawing/2014/main" id="{332B1726-1B49-651F-9028-E151710A7EF8}"/>
                </a:ext>
              </a:extLst>
            </p:cNvPr>
            <p:cNvSpPr/>
            <p:nvPr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224 w 224"/>
                <a:gd name="T1" fmla="*/ 259 h 322"/>
                <a:gd name="T2" fmla="*/ 69 w 224"/>
                <a:gd name="T3" fmla="*/ 259 h 322"/>
                <a:gd name="T4" fmla="*/ 69 w 224"/>
                <a:gd name="T5" fmla="*/ 0 h 322"/>
                <a:gd name="T6" fmla="*/ 0 w 224"/>
                <a:gd name="T7" fmla="*/ 0 h 322"/>
                <a:gd name="T8" fmla="*/ 0 w 224"/>
                <a:gd name="T9" fmla="*/ 322 h 322"/>
                <a:gd name="T10" fmla="*/ 224 w 224"/>
                <a:gd name="T11" fmla="*/ 322 h 322"/>
                <a:gd name="T12" fmla="*/ 224 w 224"/>
                <a:gd name="T13" fmla="*/ 25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59" name="Freeform 178">
              <a:extLst>
                <a:ext uri="{FF2B5EF4-FFF2-40B4-BE49-F238E27FC236}">
                  <a16:creationId xmlns:a16="http://schemas.microsoft.com/office/drawing/2014/main" id="{9E75709B-315A-A21B-A032-0CAFF8F4DA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  <p:sp>
          <p:nvSpPr>
            <p:cNvPr id="60" name="Freeform 179">
              <a:extLst>
                <a:ext uri="{FF2B5EF4-FFF2-40B4-BE49-F238E27FC236}">
                  <a16:creationId xmlns:a16="http://schemas.microsoft.com/office/drawing/2014/main" id="{1C01165B-38B7-D962-F657-6CBC5EC611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3293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840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5">
            <a:extLst>
              <a:ext uri="{FF2B5EF4-FFF2-40B4-BE49-F238E27FC236}">
                <a16:creationId xmlns:a16="http://schemas.microsoft.com/office/drawing/2014/main" id="{EAB742FA-A03A-0FEF-B3C6-178B494933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790" r="11790"/>
          <a:stretch>
            <a:fillRect/>
          </a:stretch>
        </p:blipFill>
        <p:spPr>
          <a:xfrm>
            <a:off x="-19050" y="0"/>
            <a:ext cx="122301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CCFECA-908D-2E5C-8AEA-63C9191F1B92}"/>
              </a:ext>
            </a:extLst>
          </p:cNvPr>
          <p:cNvSpPr/>
          <p:nvPr userDrawn="1"/>
        </p:nvSpPr>
        <p:spPr>
          <a:xfrm>
            <a:off x="-19051" y="0"/>
            <a:ext cx="12230101" cy="6858000"/>
          </a:xfrm>
          <a:prstGeom prst="rect">
            <a:avLst/>
          </a:prstGeom>
          <a:gradFill>
            <a:gsLst>
              <a:gs pos="0">
                <a:srgbClr val="C00000">
                  <a:alpha val="18000"/>
                </a:srgbClr>
              </a:gs>
              <a:gs pos="56000">
                <a:srgbClr val="7F2781"/>
              </a:gs>
              <a:gs pos="100000">
                <a:srgbClr val="7030A0"/>
              </a:gs>
            </a:gsLst>
            <a:lin ang="13500000" scaled="1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noProof="1">
              <a:ln>
                <a:noFill/>
              </a:ln>
              <a:solidFill>
                <a:srgbClr val="000000"/>
              </a:solidFill>
              <a:effectLst/>
              <a:uFillTx/>
              <a:latin typeface="Microsoft YaHei" panose="020B0503020204020204" pitchFamily="34" charset="-122"/>
              <a:ea typeface="+mj-ea"/>
              <a:cs typeface="+mj-cs"/>
              <a:sym typeface="Calibri"/>
            </a:endParaRPr>
          </a:p>
        </p:txBody>
      </p:sp>
      <p:pic>
        <p:nvPicPr>
          <p:cNvPr id="7" name="Picture 2" descr="C:\Users\yhwang\Dropbox\Brand Experience Team\GLT 2016\Event Identity\PNG LowRes\GLT2016_REV_Green.png">
            <a:extLst>
              <a:ext uri="{FF2B5EF4-FFF2-40B4-BE49-F238E27FC236}">
                <a16:creationId xmlns:a16="http://schemas.microsoft.com/office/drawing/2014/main" id="{21AAD41B-2D9D-FF05-62CA-262A5D0D31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1018382" y="1222375"/>
            <a:ext cx="625475" cy="6953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Group 15">
            <a:extLst>
              <a:ext uri="{FF2B5EF4-FFF2-40B4-BE49-F238E27FC236}">
                <a16:creationId xmlns:a16="http://schemas.microsoft.com/office/drawing/2014/main" id="{8E3BA55E-FB00-A10F-6A5F-8A15C392BBE1}"/>
              </a:ext>
            </a:extLst>
          </p:cNvPr>
          <p:cNvGrpSpPr/>
          <p:nvPr userDrawn="1"/>
        </p:nvGrpSpPr>
        <p:grpSpPr>
          <a:xfrm>
            <a:off x="1055440" y="5260975"/>
            <a:ext cx="2565400" cy="550863"/>
            <a:chOff x="375502" y="6296787"/>
            <a:chExt cx="2253398" cy="484305"/>
          </a:xfrm>
        </p:grpSpPr>
        <p:pic>
          <p:nvPicPr>
            <p:cNvPr id="9" name="Picture 2" descr="C:\Users\yhwang\Dropbox\Brand Experience Team\GLT 2016\Iconography\GLT2016_SOL_icons_CulturalRefresh.png">
              <a:extLst>
                <a:ext uri="{FF2B5EF4-FFF2-40B4-BE49-F238E27FC236}">
                  <a16:creationId xmlns:a16="http://schemas.microsoft.com/office/drawing/2014/main" id="{D94AB481-8878-79E2-A6BB-2CFC2D72D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5502" y="6296787"/>
              <a:ext cx="484305" cy="484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" name="Picture 2" descr="C:\Users\yhwang\Dropbox\Brand Experience Team\GLT 2016\Iconography\GLT2016_SOL_icons_CulturalRefresh.png">
              <a:extLst>
                <a:ext uri="{FF2B5EF4-FFF2-40B4-BE49-F238E27FC236}">
                  <a16:creationId xmlns:a16="http://schemas.microsoft.com/office/drawing/2014/main" id="{85B67344-623B-2C2E-B065-96E6835B6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5200" y="6296787"/>
              <a:ext cx="484305" cy="484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" name="Picture 2" descr="C:\Users\yhwang\Dropbox\Brand Experience Team\GLT 2016\Iconography\GLT2016_SOL_icons_CulturalRefresh.png">
              <a:extLst>
                <a:ext uri="{FF2B5EF4-FFF2-40B4-BE49-F238E27FC236}">
                  <a16:creationId xmlns:a16="http://schemas.microsoft.com/office/drawing/2014/main" id="{ABBEF4B5-E163-CF3A-FCF0-97E836A85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54898" y="6296787"/>
              <a:ext cx="484305" cy="484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" name="Picture 2" descr="C:\Users\yhwang\Dropbox\Brand Experience Team\GLT 2016\Iconography\GLT2016_SOL_icons_CulturalRefresh.png">
              <a:extLst>
                <a:ext uri="{FF2B5EF4-FFF2-40B4-BE49-F238E27FC236}">
                  <a16:creationId xmlns:a16="http://schemas.microsoft.com/office/drawing/2014/main" id="{B9A8E003-E7E8-FE9B-3679-E9443292C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44595" y="6296787"/>
              <a:ext cx="484305" cy="48430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5" name="Subtitle 2">
            <a:extLst>
              <a:ext uri="{FF2B5EF4-FFF2-40B4-BE49-F238E27FC236}">
                <a16:creationId xmlns:a16="http://schemas.microsoft.com/office/drawing/2014/main" id="{42309CB2-87E8-C882-4CC7-6789810BD7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5838" y="4176326"/>
            <a:ext cx="7201199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i="0" kern="1200" cap="none" spc="0" baseline="0" dirty="0"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日期</a:t>
            </a:r>
            <a:r>
              <a:rPr lang="zh-CN" altLang="en-US" dirty="0"/>
              <a:t>    名称</a:t>
            </a:r>
            <a:r>
              <a:rPr lang="en-US" altLang="zh-CN" dirty="0"/>
              <a:t>/</a:t>
            </a:r>
            <a:r>
              <a:rPr lang="zh-CN" altLang="en-US" dirty="0"/>
              <a:t>部门名称</a:t>
            </a:r>
            <a:endParaRPr lang="en-US" dirty="0"/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0A58028E-DD08-1F8D-9135-D6BECF59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40" y="2652325"/>
            <a:ext cx="10081120" cy="776675"/>
          </a:xfrm>
          <a:prstGeom prst="rect">
            <a:avLst/>
          </a:prstGeom>
        </p:spPr>
        <p:txBody>
          <a:bodyPr anchor="t" anchorCtr="0"/>
          <a:lstStyle>
            <a:lvl1pPr algn="l">
              <a:defRPr sz="4400" b="1" i="0">
                <a:solidFill>
                  <a:schemeClr val="bg1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16" name="图形 15">
            <a:extLst>
              <a:ext uri="{FF2B5EF4-FFF2-40B4-BE49-F238E27FC236}">
                <a16:creationId xmlns:a16="http://schemas.microsoft.com/office/drawing/2014/main" id="{B01B9DDE-CB0C-4E44-E881-C62349B74E7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19134" y="402416"/>
            <a:ext cx="1474813" cy="5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372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21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0F85D6-DDDC-D850-F7C7-B6A7A865E366}"/>
              </a:ext>
            </a:extLst>
          </p:cNvPr>
          <p:cNvSpPr/>
          <p:nvPr userDrawn="1"/>
        </p:nvSpPr>
        <p:spPr>
          <a:xfrm>
            <a:off x="0" y="332658"/>
            <a:ext cx="334963" cy="648072"/>
          </a:xfrm>
          <a:prstGeom prst="rect">
            <a:avLst/>
          </a:prstGeom>
          <a:gradFill>
            <a:gsLst>
              <a:gs pos="0">
                <a:srgbClr val="FF6A00">
                  <a:alpha val="50196"/>
                </a:srgbClr>
              </a:gs>
              <a:gs pos="100000">
                <a:srgbClr val="FF6A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solidFill>
                <a:srgbClr val="FF6A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888488E9-AD9A-D6D9-31C5-579813F8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333375"/>
            <a:ext cx="972147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3000" b="1" i="0">
                <a:solidFill>
                  <a:schemeClr val="tx2">
                    <a:lumMod val="50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5" name="图片 11" descr="来酷科技-logo-new"/>
          <p:cNvPicPr>
            <a:picLocks noChangeAspect="1" noChangeArrowheads="1"/>
          </p:cNvPicPr>
          <p:nvPr/>
        </p:nvPicPr>
        <p:blipFill>
          <a:blip r:embed="rId2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924" y="0"/>
            <a:ext cx="1598613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9CC29DD-DE97-0910-BCE1-0A2139388ED8}"/>
              </a:ext>
            </a:extLst>
          </p:cNvPr>
          <p:cNvSpPr/>
          <p:nvPr userDrawn="1"/>
        </p:nvSpPr>
        <p:spPr>
          <a:xfrm>
            <a:off x="10056440" y="332658"/>
            <a:ext cx="1800200" cy="648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306D037D-E4A0-A8BA-D225-4A966E2ED4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19134" y="402416"/>
            <a:ext cx="1474813" cy="5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663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469" userDrawn="1">
          <p15:clr>
            <a:srgbClr val="FBAE40"/>
          </p15:clr>
        </p15:guide>
        <p15:guide id="4" pos="211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210" userDrawn="1">
          <p15:clr>
            <a:srgbClr val="FBAE40"/>
          </p15:clr>
        </p15:guide>
        <p15:guide id="7" orient="horz" pos="799" userDrawn="1">
          <p15:clr>
            <a:srgbClr val="FBAE40"/>
          </p15:clr>
        </p15:guide>
        <p15:guide id="8" orient="horz" pos="411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519F30-64CC-24BD-04AB-92EAA9EB4ACC}"/>
              </a:ext>
            </a:extLst>
          </p:cNvPr>
          <p:cNvSpPr/>
          <p:nvPr userDrawn="1"/>
        </p:nvSpPr>
        <p:spPr>
          <a:xfrm>
            <a:off x="1896" y="1196752"/>
            <a:ext cx="12211050" cy="4968001"/>
          </a:xfrm>
          <a:prstGeom prst="rect">
            <a:avLst/>
          </a:prstGeom>
          <a:gradFill>
            <a:gsLst>
              <a:gs pos="0">
                <a:srgbClr val="C00000">
                  <a:alpha val="48000"/>
                </a:srgbClr>
              </a:gs>
              <a:gs pos="56000">
                <a:srgbClr val="7F2781"/>
              </a:gs>
              <a:gs pos="100000">
                <a:srgbClr val="7030A0"/>
              </a:gs>
            </a:gsLst>
            <a:lin ang="13500000" scaled="1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indent="0" algn="l" defTabSz="913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noProof="1">
              <a:ln>
                <a:noFill/>
              </a:ln>
              <a:solidFill>
                <a:srgbClr val="000000"/>
              </a:solidFill>
              <a:effectLst/>
              <a:uFillTx/>
              <a:latin typeface="Microsoft YaHei" panose="020B0503020204020204" pitchFamily="34" charset="-122"/>
              <a:ea typeface="+mj-ea"/>
              <a:cs typeface="+mj-cs"/>
              <a:sym typeface="Calibri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77C36D75-F040-C882-73E5-2BB6E3DD3799}"/>
              </a:ext>
            </a:extLst>
          </p:cNvPr>
          <p:cNvSpPr txBox="1">
            <a:spLocks/>
          </p:cNvSpPr>
          <p:nvPr userDrawn="1"/>
        </p:nvSpPr>
        <p:spPr>
          <a:xfrm>
            <a:off x="742156" y="3024981"/>
            <a:ext cx="10707688" cy="808038"/>
          </a:xfrm>
          <a:prstGeom prst="rect">
            <a:avLst/>
          </a:prstGeom>
        </p:spPr>
        <p:txBody>
          <a:bodyPr lIns="0" tIns="0" rIns="0" bIns="0" anchor="b"/>
          <a:lstStyle>
            <a:lvl1pPr algn="ctr" defTabSz="1218565" rtl="0" eaLnBrk="1" latinLnBrk="0" hangingPunct="1">
              <a:spcBef>
                <a:spcPct val="0"/>
              </a:spcBef>
              <a:buNone/>
              <a:defRPr sz="430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ts val="6475"/>
              </a:lnSpc>
            </a:pPr>
            <a:r>
              <a:rPr lang="en-US" altLang="zh-CN" sz="4400" b="1" i="0" spc="-151" dirty="0">
                <a:latin typeface="+mj-ea"/>
                <a:ea typeface="+mj-ea"/>
                <a:cs typeface="Arial" panose="020B0604020202090204"/>
                <a:sym typeface="Arial" panose="020B0604020202090204"/>
              </a:rPr>
              <a:t>THANKS</a:t>
            </a:r>
            <a:endParaRPr lang="zh-CN" altLang="en-US" sz="4400" b="1" i="0" spc="-151" dirty="0">
              <a:latin typeface="+mj-ea"/>
              <a:ea typeface="+mj-ea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FC20D291-5C8F-E876-142C-2DEF2BE475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9134" y="402416"/>
            <a:ext cx="1474813" cy="5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906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C1AC73-5BC5-C5EA-FEBB-88F1D91F91CD}"/>
              </a:ext>
            </a:extLst>
          </p:cNvPr>
          <p:cNvSpPr/>
          <p:nvPr userDrawn="1"/>
        </p:nvSpPr>
        <p:spPr>
          <a:xfrm>
            <a:off x="10056440" y="332658"/>
            <a:ext cx="1800200" cy="648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="1" dirty="0">
              <a:latin typeface="+mj-ea"/>
              <a:ea typeface="+mj-ea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2F04D65B-7B46-D485-A560-5C98AA4F49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9134" y="402416"/>
            <a:ext cx="1474813" cy="5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399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8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73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46" r:id="rId2"/>
    <p:sldLayoutId id="2147483744" r:id="rId3"/>
    <p:sldLayoutId id="2147483748" r:id="rId4"/>
    <p:sldLayoutId id="2147483762" r:id="rId5"/>
  </p:sldLayoutIdLst>
  <p:transition spd="med"/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04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689" r:id="rId2"/>
    <p:sldLayoutId id="2147483750" r:id="rId3"/>
    <p:sldLayoutId id="2147483716" r:id="rId4"/>
    <p:sldLayoutId id="2147483763" r:id="rId5"/>
  </p:sldLayoutIdLst>
  <p:transition spd="med"/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86AEDF3B-5321-A8DF-C922-BA69F908D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83D9A9D-F01D-840A-4567-4EC49001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40590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56B66-309F-8F28-188E-B7A83772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000" dirty="0">
                <a:latin typeface="+mj-ea"/>
              </a:rPr>
              <a:t>目录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C4281D-071F-AF40-BEA0-69F33DBD0998}"/>
              </a:ext>
            </a:extLst>
          </p:cNvPr>
          <p:cNvSpPr txBox="1"/>
          <p:nvPr/>
        </p:nvSpPr>
        <p:spPr>
          <a:xfrm>
            <a:off x="334963" y="1268413"/>
            <a:ext cx="11522075" cy="4824883"/>
          </a:xfrm>
          <a:prstGeom prst="rect">
            <a:avLst/>
          </a:prstGeom>
          <a:noFill/>
        </p:spPr>
        <p:txBody>
          <a:bodyPr wrap="square" lIns="360000" rtlCol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一、大纲标题</a:t>
            </a:r>
            <a:r>
              <a:rPr kumimoji="1" lang="en-US" altLang="zh-CN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1</a:t>
            </a:r>
          </a:p>
          <a:p>
            <a:pPr>
              <a:lnSpc>
                <a:spcPct val="200000"/>
              </a:lnSpc>
            </a:pP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二、大纲标题</a:t>
            </a:r>
            <a:r>
              <a:rPr kumimoji="1" lang="en-US" altLang="zh-CN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2</a:t>
            </a:r>
          </a:p>
          <a:p>
            <a:pPr>
              <a:lnSpc>
                <a:spcPct val="200000"/>
              </a:lnSpc>
            </a:pP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三、大纲标题</a:t>
            </a:r>
            <a:r>
              <a:rPr kumimoji="1" lang="en-US" altLang="zh-CN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3</a:t>
            </a:r>
          </a:p>
          <a:p>
            <a:pPr>
              <a:lnSpc>
                <a:spcPct val="200000"/>
              </a:lnSpc>
            </a:pPr>
            <a:r>
              <a:rPr kumimoji="1" lang="zh-CN" altLang="en-US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四、大纲标题</a:t>
            </a:r>
            <a:r>
              <a:rPr kumimoji="1" lang="en-US" altLang="zh-CN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4</a:t>
            </a:r>
            <a:endParaRPr kumimoji="1" lang="en-US" altLang="zh-CN" dirty="0">
              <a:solidFill>
                <a:schemeClr val="tx2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DA5776-B9BD-B5C3-66AE-E42FC22D7541}"/>
              </a:ext>
            </a:extLst>
          </p:cNvPr>
          <p:cNvSpPr txBox="1"/>
          <p:nvPr/>
        </p:nvSpPr>
        <p:spPr>
          <a:xfrm>
            <a:off x="7893934" y="-39353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96995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76EAEB3-77B1-C002-2EB5-5A587906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953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76EAEB3-77B1-C002-2EB5-5A587906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313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905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_BTIT解决方案PPT主题色">
  <a:themeElements>
    <a:clrScheme name="BTIT解决方案ppt主题色">
      <a:dk1>
        <a:srgbClr val="000000"/>
      </a:dk1>
      <a:lt1>
        <a:srgbClr val="FFFFFF"/>
      </a:lt1>
      <a:dk2>
        <a:srgbClr val="242F48"/>
      </a:dk2>
      <a:lt2>
        <a:srgbClr val="5D7395"/>
      </a:lt2>
      <a:accent1>
        <a:srgbClr val="FF3043"/>
      </a:accent1>
      <a:accent2>
        <a:srgbClr val="FF6900"/>
      </a:accent2>
      <a:accent3>
        <a:srgbClr val="FF5390"/>
      </a:accent3>
      <a:accent4>
        <a:srgbClr val="1874FF"/>
      </a:accent4>
      <a:accent5>
        <a:srgbClr val="009FFF"/>
      </a:accent5>
      <a:accent6>
        <a:srgbClr val="0FA965"/>
      </a:accent6>
      <a:hlink>
        <a:srgbClr val="4AC0E0"/>
      </a:hlink>
      <a:folHlink>
        <a:srgbClr val="4AC0E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TIT解决方案PPT主题色" id="{C9EF213F-84DB-8640-8A92-1566F4C2C532}" vid="{9899615D-6B5E-CD43-8980-0B074AACD0A8}"/>
    </a:ext>
  </a:extLst>
</a:theme>
</file>

<file path=ppt/theme/theme2.xml><?xml version="1.0" encoding="utf-8"?>
<a:theme xmlns:a="http://schemas.openxmlformats.org/drawingml/2006/main" name="1_BTIT解决方案PPT主题色">
  <a:themeElements>
    <a:clrScheme name="BTIT解决方案ppt主题色">
      <a:dk1>
        <a:srgbClr val="000000"/>
      </a:dk1>
      <a:lt1>
        <a:srgbClr val="FFFFFF"/>
      </a:lt1>
      <a:dk2>
        <a:srgbClr val="242F48"/>
      </a:dk2>
      <a:lt2>
        <a:srgbClr val="5D7395"/>
      </a:lt2>
      <a:accent1>
        <a:srgbClr val="FF3043"/>
      </a:accent1>
      <a:accent2>
        <a:srgbClr val="FF6900"/>
      </a:accent2>
      <a:accent3>
        <a:srgbClr val="FF5390"/>
      </a:accent3>
      <a:accent4>
        <a:srgbClr val="1874FF"/>
      </a:accent4>
      <a:accent5>
        <a:srgbClr val="009FFF"/>
      </a:accent5>
      <a:accent6>
        <a:srgbClr val="0FA965"/>
      </a:accent6>
      <a:hlink>
        <a:srgbClr val="4AC0E0"/>
      </a:hlink>
      <a:folHlink>
        <a:srgbClr val="4AC0E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TIT解决方案PPT主题色" id="{C9EF213F-84DB-8640-8A92-1566F4C2C532}" vid="{9899615D-6B5E-CD43-8980-0B074AACD0A8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来酷ppt主题色</Template>
  <TotalTime>16448</TotalTime>
  <Words>21</Words>
  <Application>Microsoft Macintosh PowerPoint</Application>
  <PresentationFormat>宽屏</PresentationFormat>
  <Paragraphs>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Microsoft YaHei</vt:lpstr>
      <vt:lpstr>等线</vt:lpstr>
      <vt:lpstr>Microsoft YaHei</vt:lpstr>
      <vt:lpstr>Arial</vt:lpstr>
      <vt:lpstr>Wingdings</vt:lpstr>
      <vt:lpstr>2_BTIT解决方案PPT主题色</vt:lpstr>
      <vt:lpstr>1_BTIT解决方案PPT主题色</vt:lpstr>
      <vt:lpstr>PowerPoint 演示文稿</vt:lpstr>
      <vt:lpstr>目录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creator>Zilong ZL9 Zhou</dc:creator>
  <cp:lastModifiedBy>Microsoft Office User</cp:lastModifiedBy>
  <cp:revision>58</cp:revision>
  <dcterms:created xsi:type="dcterms:W3CDTF">2023-08-21T03:20:26Z</dcterms:created>
  <dcterms:modified xsi:type="dcterms:W3CDTF">2023-10-20T02:52:48Z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2023-09-11T02:47:54Z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75477f02-fe6c-4ebb-ac63-f7f971c73e0c</vt:lpwstr>
  </property>
  <property fmtid="{D5CDD505-2E9C-101B-9397-08002B2CF9AE}" pid="7" name="MSIP_Label_defa4170-0d19-0005-0004-bc88714345d2_ActionId">
    <vt:lpwstr>551e86a5-bf6b-4a4a-b314-88f4f86e1668</vt:lpwstr>
  </property>
  <property fmtid="{D5CDD505-2E9C-101B-9397-08002B2CF9AE}" pid="8" name="MSIP_Label_defa4170-0d19-0005-0004-bc88714345d2_ContentBits">
    <vt:lpwstr>0</vt:lpwstr>
  </property>
</Properties>
</file>